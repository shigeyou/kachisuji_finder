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2.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4.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5.xml" ContentType="application/vnd.openxmlformats-officedocument.theme+xml"/>
  <Override PartName="/ppt/tags/tag11.xml" ContentType="application/vnd.openxmlformats-officedocument.presentationml.tags+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6.xml" ContentType="application/vnd.openxmlformats-officedocument.theme+xml"/>
  <Override PartName="/ppt/tags/tag1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3" r:id="rId4"/>
    <p:sldMasterId id="2147483919" r:id="rId5"/>
    <p:sldMasterId id="2147483939" r:id="rId6"/>
    <p:sldMasterId id="2147483954" r:id="rId7"/>
    <p:sldMasterId id="2147483971" r:id="rId8"/>
    <p:sldMasterId id="2147483985" r:id="rId9"/>
  </p:sldMasterIdLst>
  <p:notesMasterIdLst>
    <p:notesMasterId r:id="rId12"/>
  </p:notesMasterIdLst>
  <p:handoutMasterIdLst>
    <p:handoutMasterId r:id="rId13"/>
  </p:handoutMasterIdLst>
  <p:sldIdLst>
    <p:sldId id="511" r:id="rId10"/>
    <p:sldId id="706" r:id="rId11"/>
  </p:sldIdLst>
  <p:sldSz cx="12192000" cy="6858000"/>
  <p:notesSz cx="9939338" cy="6807200"/>
  <p:custDataLst>
    <p:tags r:id="rId14"/>
  </p:custDataLst>
  <p:defaultTextStyle>
    <a:defPPr>
      <a:defRPr kern="0"/>
    </a:defPPr>
  </p:defaultTextStyle>
  <p:extLst>
    <p:ext uri="{521415D9-36F7-43E2-AB2F-B90AF26B5E84}">
      <p14:sectionLst xmlns:p14="http://schemas.microsoft.com/office/powerpoint/2010/main">
        <p14:section name="表紙" id="{96FE7E0A-B5E8-4423-A12A-EA7AEC1BD7E5}">
          <p14:sldIdLst/>
        </p14:section>
        <p14:section name="事業間協業計画" id="{22C29CBC-42D4-4A96-B1AE-998719E97A4B}">
          <p14:sldIdLst>
            <p14:sldId id="511"/>
            <p14:sldId id="70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42072F-B42B-A977-09EC-11C0213909D4}" name="FURUKI, Soichi" initials="聡古" userId="S::A01311332@molgroup.com::68460c1e-5742-42bb-bc5a-d58f356db0f9" providerId="AD"/>
  <p188:author id="{C5FCB634-1707-4D97-ACE4-1CE13DFB41D6}" name="EMURA, Soichiro" initials="聡江" userId="S::A01311324@molgroup.com::a293bdd6-94fd-479f-a8b3-7f68760ede2c" providerId="AD"/>
  <p188:author id="{37F9C060-6FA2-7481-444D-4FD10054A839}" name="YAMAOKA, Hiroki" initials="広山" userId="S::a01316725@molgroup.com::1c7b800c-c089-46f9-8a15-9638b44fabc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7D2E"/>
    <a:srgbClr val="00B0F0"/>
    <a:srgbClr val="51A120"/>
    <a:srgbClr val="005396"/>
    <a:srgbClr val="00A0DC"/>
    <a:srgbClr val="00A6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10816B-DAD6-4EE2-9084-FD76EB9E67BB}" v="1" dt="2025-11-07T07:50:39.40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368" autoAdjust="0"/>
    <p:restoredTop sz="96713" autoAdjust="0"/>
  </p:normalViewPr>
  <p:slideViewPr>
    <p:cSldViewPr snapToGrid="0">
      <p:cViewPr varScale="1">
        <p:scale>
          <a:sx n="153" d="100"/>
          <a:sy n="153" d="100"/>
        </p:scale>
        <p:origin x="64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5" Type="http://schemas.openxmlformats.org/officeDocument/2006/relationships/slideMaster" Target="slideMasters/slideMaster2.xml"/><Relationship Id="rId15" Type="http://schemas.openxmlformats.org/officeDocument/2006/relationships/presProps" Target="presProps.xml"/><Relationship Id="rId10" Type="http://schemas.openxmlformats.org/officeDocument/2006/relationships/slide" Target="slides/slide1.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CC39EA1-E484-D30E-DA49-1478A8D0541F}"/>
              </a:ext>
            </a:extLst>
          </p:cNvPr>
          <p:cNvSpPr>
            <a:spLocks noGrp="1"/>
          </p:cNvSpPr>
          <p:nvPr>
            <p:ph type="hdr" sz="quarter"/>
          </p:nvPr>
        </p:nvSpPr>
        <p:spPr>
          <a:xfrm>
            <a:off x="0" y="0"/>
            <a:ext cx="4306888" cy="34131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F8F28E23-797F-AB59-91CC-16114762470C}"/>
              </a:ext>
            </a:extLst>
          </p:cNvPr>
          <p:cNvSpPr>
            <a:spLocks noGrp="1"/>
          </p:cNvSpPr>
          <p:nvPr>
            <p:ph type="dt" sz="quarter" idx="1"/>
          </p:nvPr>
        </p:nvSpPr>
        <p:spPr>
          <a:xfrm>
            <a:off x="5629275" y="0"/>
            <a:ext cx="4308475" cy="341313"/>
          </a:xfrm>
          <a:prstGeom prst="rect">
            <a:avLst/>
          </a:prstGeom>
        </p:spPr>
        <p:txBody>
          <a:bodyPr vert="horz" lIns="91440" tIns="45720" rIns="91440" bIns="45720" rtlCol="0"/>
          <a:lstStyle>
            <a:lvl1pPr algn="r">
              <a:defRPr sz="1200"/>
            </a:lvl1pPr>
          </a:lstStyle>
          <a:p>
            <a:fld id="{3FBE012A-63B9-4996-B0F3-E05B53850C43}" type="datetimeFigureOut">
              <a:rPr kumimoji="1" lang="ja-JP" altLang="en-US" smtClean="0"/>
              <a:t>2025/11/12</a:t>
            </a:fld>
            <a:endParaRPr kumimoji="1" lang="ja-JP" altLang="en-US"/>
          </a:p>
        </p:txBody>
      </p:sp>
      <p:sp>
        <p:nvSpPr>
          <p:cNvPr id="4" name="フッター プレースホルダー 3">
            <a:extLst>
              <a:ext uri="{FF2B5EF4-FFF2-40B4-BE49-F238E27FC236}">
                <a16:creationId xmlns:a16="http://schemas.microsoft.com/office/drawing/2014/main" id="{FC06C7F8-029E-8A74-4CCB-347A3A417C57}"/>
              </a:ext>
            </a:extLst>
          </p:cNvPr>
          <p:cNvSpPr>
            <a:spLocks noGrp="1"/>
          </p:cNvSpPr>
          <p:nvPr>
            <p:ph type="ftr" sz="quarter" idx="2"/>
          </p:nvPr>
        </p:nvSpPr>
        <p:spPr>
          <a:xfrm>
            <a:off x="0" y="6465888"/>
            <a:ext cx="4306888" cy="341312"/>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8B8B97BA-8529-CAAB-8768-5F02257C91DF}"/>
              </a:ext>
            </a:extLst>
          </p:cNvPr>
          <p:cNvSpPr>
            <a:spLocks noGrp="1"/>
          </p:cNvSpPr>
          <p:nvPr>
            <p:ph type="sldNum" sz="quarter" idx="3"/>
          </p:nvPr>
        </p:nvSpPr>
        <p:spPr>
          <a:xfrm>
            <a:off x="5629275" y="6465888"/>
            <a:ext cx="4308475" cy="341312"/>
          </a:xfrm>
          <a:prstGeom prst="rect">
            <a:avLst/>
          </a:prstGeom>
        </p:spPr>
        <p:txBody>
          <a:bodyPr vert="horz" lIns="91440" tIns="45720" rIns="91440" bIns="45720" rtlCol="0" anchor="b"/>
          <a:lstStyle>
            <a:lvl1pPr algn="r">
              <a:defRPr sz="1200"/>
            </a:lvl1pPr>
          </a:lstStyle>
          <a:p>
            <a:fld id="{BE0E224E-D811-4A99-AB7C-AC2B4DEFB7FC}" type="slidenum">
              <a:rPr kumimoji="1" lang="ja-JP" altLang="en-US" smtClean="0"/>
              <a:t>‹#›</a:t>
            </a:fld>
            <a:endParaRPr kumimoji="1" lang="ja-JP" altLang="en-US"/>
          </a:p>
        </p:txBody>
      </p:sp>
    </p:spTree>
    <p:extLst>
      <p:ext uri="{BB962C8B-B14F-4D97-AF65-F5344CB8AC3E}">
        <p14:creationId xmlns:p14="http://schemas.microsoft.com/office/powerpoint/2010/main" val="8604191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307046" cy="341936"/>
          </a:xfrm>
          <a:prstGeom prst="rect">
            <a:avLst/>
          </a:prstGeom>
        </p:spPr>
        <p:txBody>
          <a:bodyPr vert="horz" lIns="80376" tIns="40188" rIns="80376" bIns="40188" rtlCol="0"/>
          <a:lstStyle>
            <a:lvl1pPr algn="l">
              <a:defRPr sz="1100"/>
            </a:lvl1pPr>
          </a:lstStyle>
          <a:p>
            <a:endParaRPr kumimoji="1" lang="ja-JP" altLang="en-US"/>
          </a:p>
        </p:txBody>
      </p:sp>
      <p:sp>
        <p:nvSpPr>
          <p:cNvPr id="3" name="日付プレースホルダー 2"/>
          <p:cNvSpPr>
            <a:spLocks noGrp="1"/>
          </p:cNvSpPr>
          <p:nvPr>
            <p:ph type="dt" idx="1"/>
          </p:nvPr>
        </p:nvSpPr>
        <p:spPr>
          <a:xfrm>
            <a:off x="5629703" y="0"/>
            <a:ext cx="4307046" cy="341936"/>
          </a:xfrm>
          <a:prstGeom prst="rect">
            <a:avLst/>
          </a:prstGeom>
        </p:spPr>
        <p:txBody>
          <a:bodyPr vert="horz" lIns="80376" tIns="40188" rIns="80376" bIns="40188" rtlCol="0"/>
          <a:lstStyle>
            <a:lvl1pPr algn="r">
              <a:defRPr sz="1100"/>
            </a:lvl1pPr>
          </a:lstStyle>
          <a:p>
            <a:fld id="{BFDB265E-3B09-0647-AFB6-7FAE21221BE4}" type="datetimeFigureOut">
              <a:rPr kumimoji="1" lang="ja-JP" altLang="en-US" smtClean="0"/>
              <a:t>2025/11/12</a:t>
            </a:fld>
            <a:endParaRPr kumimoji="1" lang="ja-JP" altLang="en-US"/>
          </a:p>
        </p:txBody>
      </p:sp>
      <p:sp>
        <p:nvSpPr>
          <p:cNvPr id="4" name="スライド イメージ プレースホルダー 3"/>
          <p:cNvSpPr>
            <a:spLocks noGrp="1" noRot="1" noChangeAspect="1"/>
          </p:cNvSpPr>
          <p:nvPr>
            <p:ph type="sldImg" idx="2"/>
          </p:nvPr>
        </p:nvSpPr>
        <p:spPr>
          <a:xfrm>
            <a:off x="2928938" y="850900"/>
            <a:ext cx="4081462" cy="2297113"/>
          </a:xfrm>
          <a:prstGeom prst="rect">
            <a:avLst/>
          </a:prstGeom>
          <a:noFill/>
          <a:ln w="12700">
            <a:solidFill>
              <a:prstClr val="black"/>
            </a:solidFill>
          </a:ln>
        </p:spPr>
        <p:txBody>
          <a:bodyPr vert="horz" lIns="80376" tIns="40188" rIns="80376" bIns="40188" rtlCol="0" anchor="ctr"/>
          <a:lstStyle/>
          <a:p>
            <a:endParaRPr lang="ja-JP" altLang="en-US"/>
          </a:p>
        </p:txBody>
      </p:sp>
      <p:sp>
        <p:nvSpPr>
          <p:cNvPr id="5" name="ノート プレースホルダー 4"/>
          <p:cNvSpPr>
            <a:spLocks noGrp="1"/>
          </p:cNvSpPr>
          <p:nvPr>
            <p:ph type="body" sz="quarter" idx="3"/>
          </p:nvPr>
        </p:nvSpPr>
        <p:spPr>
          <a:xfrm>
            <a:off x="993934" y="3275966"/>
            <a:ext cx="7951470" cy="2680335"/>
          </a:xfrm>
          <a:prstGeom prst="rect">
            <a:avLst/>
          </a:prstGeom>
        </p:spPr>
        <p:txBody>
          <a:bodyPr vert="horz" lIns="80376" tIns="40188" rIns="80376" bIns="40188"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465265"/>
            <a:ext cx="4307046" cy="341935"/>
          </a:xfrm>
          <a:prstGeom prst="rect">
            <a:avLst/>
          </a:prstGeom>
        </p:spPr>
        <p:txBody>
          <a:bodyPr vert="horz" lIns="80376" tIns="40188" rIns="80376" bIns="40188" rtlCol="0" anchor="b"/>
          <a:lstStyle>
            <a:lvl1pPr algn="l">
              <a:defRPr sz="1100"/>
            </a:lvl1pPr>
          </a:lstStyle>
          <a:p>
            <a:endParaRPr kumimoji="1" lang="ja-JP" altLang="en-US"/>
          </a:p>
        </p:txBody>
      </p:sp>
      <p:sp>
        <p:nvSpPr>
          <p:cNvPr id="7" name="スライド番号プレースホルダー 6"/>
          <p:cNvSpPr>
            <a:spLocks noGrp="1"/>
          </p:cNvSpPr>
          <p:nvPr>
            <p:ph type="sldNum" sz="quarter" idx="5"/>
          </p:nvPr>
        </p:nvSpPr>
        <p:spPr>
          <a:xfrm>
            <a:off x="5629703" y="6465265"/>
            <a:ext cx="4307046" cy="341935"/>
          </a:xfrm>
          <a:prstGeom prst="rect">
            <a:avLst/>
          </a:prstGeom>
        </p:spPr>
        <p:txBody>
          <a:bodyPr vert="horz" lIns="80376" tIns="40188" rIns="80376" bIns="40188" rtlCol="0" anchor="b"/>
          <a:lstStyle>
            <a:lvl1pPr algn="r">
              <a:defRPr sz="1100"/>
            </a:lvl1pPr>
          </a:lstStyle>
          <a:p>
            <a:fld id="{46972003-E179-5242-B859-48D964B99D31}" type="slidenum">
              <a:rPr kumimoji="1" lang="ja-JP" altLang="en-US" smtClean="0"/>
              <a:t>‹#›</a:t>
            </a:fld>
            <a:endParaRPr kumimoji="1" lang="ja-JP" altLang="en-US"/>
          </a:p>
        </p:txBody>
      </p:sp>
    </p:spTree>
    <p:extLst>
      <p:ext uri="{BB962C8B-B14F-4D97-AF65-F5344CB8AC3E}">
        <p14:creationId xmlns:p14="http://schemas.microsoft.com/office/powerpoint/2010/main" val="1545264854"/>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12.png"/><Relationship Id="rId4" Type="http://schemas.openxmlformats.org/officeDocument/2006/relationships/image" Target="../media/image11.jpe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8.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Master" Target="../slideMasters/slideMaster4.xml"/><Relationship Id="rId4" Type="http://schemas.openxmlformats.org/officeDocument/2006/relationships/image" Target="../media/image12.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4.xml"/><Relationship Id="rId5" Type="http://schemas.openxmlformats.org/officeDocument/2006/relationships/image" Target="../media/image12.png"/><Relationship Id="rId4" Type="http://schemas.openxmlformats.org/officeDocument/2006/relationships/image" Target="../media/image11.jpeg"/></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10.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3.jpe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jpeg"/><Relationship Id="rId1" Type="http://schemas.openxmlformats.org/officeDocument/2006/relationships/slideMaster" Target="../slideMasters/slideMaster5.xml"/><Relationship Id="rId4" Type="http://schemas.openxmlformats.org/officeDocument/2006/relationships/image" Target="../media/image12.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5.xml"/><Relationship Id="rId5" Type="http://schemas.openxmlformats.org/officeDocument/2006/relationships/image" Target="../media/image15.jpeg"/><Relationship Id="rId4" Type="http://schemas.openxmlformats.org/officeDocument/2006/relationships/image" Target="../media/image12.png"/></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3.jpeg"/><Relationship Id="rId1" Type="http://schemas.openxmlformats.org/officeDocument/2006/relationships/slideMaster" Target="../slideMasters/slideMaster6.xml"/><Relationship Id="rId4" Type="http://schemas.openxmlformats.org/officeDocument/2006/relationships/image" Target="../media/image12.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6.xml"/><Relationship Id="rId5" Type="http://schemas.openxmlformats.org/officeDocument/2006/relationships/image" Target="../media/image15.jpeg"/><Relationship Id="rId4" Type="http://schemas.openxmlformats.org/officeDocument/2006/relationships/image" Target="../media/image12.png"/></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_A">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34908D8-2D21-AC46-D7DE-B64652E241A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図 2">
            <a:extLst>
              <a:ext uri="{FF2B5EF4-FFF2-40B4-BE49-F238E27FC236}">
                <a16:creationId xmlns:a16="http://schemas.microsoft.com/office/drawing/2014/main" id="{374F46A1-0617-7162-CBCD-F0187AB224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375400"/>
            <a:ext cx="12192000" cy="482600"/>
          </a:xfrm>
          <a:prstGeom prst="rect">
            <a:avLst/>
          </a:prstGeom>
        </p:spPr>
      </p:pic>
      <p:pic>
        <p:nvPicPr>
          <p:cNvPr id="4" name="LOGO" descr="ロゴ&#10;&#10;自動的に生成された説明">
            <a:extLst>
              <a:ext uri="{FF2B5EF4-FFF2-40B4-BE49-F238E27FC236}">
                <a16:creationId xmlns:a16="http://schemas.microsoft.com/office/drawing/2014/main" id="{C9DDBD28-4A1D-B549-B659-E15C5845A8F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39114" y="4540937"/>
            <a:ext cx="777105" cy="400209"/>
          </a:xfrm>
          <a:prstGeom prst="rect">
            <a:avLst/>
          </a:prstGeom>
        </p:spPr>
      </p:pic>
      <p:sp>
        <p:nvSpPr>
          <p:cNvPr id="17" name="名前">
            <a:extLst>
              <a:ext uri="{FF2B5EF4-FFF2-40B4-BE49-F238E27FC236}">
                <a16:creationId xmlns:a16="http://schemas.microsoft.com/office/drawing/2014/main" id="{DE91B62D-7F9F-8DFC-A0F5-0D31A1841799}"/>
              </a:ext>
            </a:extLst>
          </p:cNvPr>
          <p:cNvSpPr>
            <a:spLocks noGrp="1"/>
          </p:cNvSpPr>
          <p:nvPr>
            <p:ph type="body" sz="quarter" idx="15" hasCustomPrompt="1"/>
          </p:nvPr>
        </p:nvSpPr>
        <p:spPr>
          <a:xfrm>
            <a:off x="1684563" y="4021027"/>
            <a:ext cx="3286760" cy="222690"/>
          </a:xfrm>
        </p:spPr>
        <p:txBody>
          <a:bodyPr/>
          <a:lstStyle>
            <a:lvl1pPr algn="ctr">
              <a:defRPr sz="1200" baseline="0">
                <a:solidFill>
                  <a:schemeClr val="bg1"/>
                </a:solidFill>
                <a:latin typeface="Segoe UI" panose="020B0502040204020203" pitchFamily="34" charset="0"/>
              </a:defRPr>
            </a:lvl1pPr>
          </a:lstStyle>
          <a:p>
            <a:pPr lvl="0"/>
            <a:r>
              <a:rPr kumimoji="1" lang="en-US" altLang="ja-JP"/>
              <a:t>Name</a:t>
            </a:r>
            <a:endParaRPr kumimoji="1" lang="ja-JP" altLang="en-US"/>
          </a:p>
        </p:txBody>
      </p:sp>
      <p:sp>
        <p:nvSpPr>
          <p:cNvPr id="18" name="部署">
            <a:extLst>
              <a:ext uri="{FF2B5EF4-FFF2-40B4-BE49-F238E27FC236}">
                <a16:creationId xmlns:a16="http://schemas.microsoft.com/office/drawing/2014/main" id="{6B6236CC-9EAA-4A0C-BF22-2D42F275492B}"/>
              </a:ext>
            </a:extLst>
          </p:cNvPr>
          <p:cNvSpPr>
            <a:spLocks noGrp="1"/>
          </p:cNvSpPr>
          <p:nvPr>
            <p:ph type="body" sz="quarter" idx="14" hasCustomPrompt="1"/>
          </p:nvPr>
        </p:nvSpPr>
        <p:spPr>
          <a:xfrm>
            <a:off x="1684563" y="3785903"/>
            <a:ext cx="3286760" cy="222690"/>
          </a:xfrm>
        </p:spPr>
        <p:txBody>
          <a:bodyPr/>
          <a:lstStyle>
            <a:lvl1pPr algn="ctr">
              <a:defRPr sz="1200" baseline="0">
                <a:solidFill>
                  <a:schemeClr val="bg1"/>
                </a:solidFill>
                <a:latin typeface="Segoe UI" panose="020B0502040204020203" pitchFamily="34" charset="0"/>
                <a:ea typeface="Meiryo UI" panose="020B0604030504040204" pitchFamily="50" charset="-128"/>
              </a:defRPr>
            </a:lvl1pPr>
          </a:lstStyle>
          <a:p>
            <a:pPr lvl="0"/>
            <a:r>
              <a:rPr kumimoji="1" lang="en-US" altLang="ja-JP"/>
              <a:t>Division</a:t>
            </a:r>
            <a:endParaRPr kumimoji="1" lang="ja-JP" altLang="en-US"/>
          </a:p>
        </p:txBody>
      </p:sp>
      <p:sp>
        <p:nvSpPr>
          <p:cNvPr id="19" name="日付">
            <a:extLst>
              <a:ext uri="{FF2B5EF4-FFF2-40B4-BE49-F238E27FC236}">
                <a16:creationId xmlns:a16="http://schemas.microsoft.com/office/drawing/2014/main" id="{3C4B6358-57C2-0890-38DB-E948C63C06BD}"/>
              </a:ext>
            </a:extLst>
          </p:cNvPr>
          <p:cNvSpPr>
            <a:spLocks noGrp="1"/>
          </p:cNvSpPr>
          <p:nvPr>
            <p:ph type="body" sz="quarter" idx="13"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Yu Gothic Medium" panose="020B0400000000000000" pitchFamily="34"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2023/00/00</a:t>
            </a:r>
            <a:endParaRPr kumimoji="1" lang="ja-JP" altLang="en-US"/>
          </a:p>
        </p:txBody>
      </p:sp>
      <p:sp>
        <p:nvSpPr>
          <p:cNvPr id="20" name="メインタイトル">
            <a:extLst>
              <a:ext uri="{FF2B5EF4-FFF2-40B4-BE49-F238E27FC236}">
                <a16:creationId xmlns:a16="http://schemas.microsoft.com/office/drawing/2014/main" id="{40CC0620-BD14-3D8A-A1DA-0AC3012B591B}"/>
              </a:ext>
            </a:extLst>
          </p:cNvPr>
          <p:cNvSpPr>
            <a:spLocks noGrp="1"/>
          </p:cNvSpPr>
          <p:nvPr>
            <p:ph type="title" hasCustomPrompt="1"/>
          </p:nvPr>
        </p:nvSpPr>
        <p:spPr>
          <a:xfrm>
            <a:off x="1684564" y="1742505"/>
            <a:ext cx="3286760" cy="1604211"/>
          </a:xfrm>
        </p:spPr>
        <p:txBody>
          <a:bodyPr anchor="ctr" anchorCtr="1">
            <a:noAutofit/>
          </a:bodyPr>
          <a:lstStyle>
            <a:lvl1pPr algn="ctr">
              <a:defRPr sz="2200" b="1" i="0" baseline="0">
                <a:solidFill>
                  <a:schemeClr val="bg1"/>
                </a:solidFill>
                <a:latin typeface="Segoe UI" panose="020B0502040204020203" pitchFamily="34" charset="0"/>
                <a:ea typeface="Yu Gothic" panose="020B0400000000000000" pitchFamily="34" charset="-128"/>
                <a:cs typeface="Segoe UI" panose="020B0502040204020203" pitchFamily="34" charset="0"/>
              </a:defRPr>
            </a:lvl1pPr>
          </a:lstStyle>
          <a:p>
            <a:r>
              <a:rPr kumimoji="1" lang="en-US" altLang="ja-JP"/>
              <a:t>Title text</a:t>
            </a:r>
            <a:br>
              <a:rPr kumimoji="1" lang="en-US" altLang="ja-JP"/>
            </a:br>
            <a:r>
              <a:rPr kumimoji="1" lang="en-US" altLang="ja-JP"/>
              <a:t>Title text</a:t>
            </a:r>
            <a:r>
              <a:rPr kumimoji="1" lang="ja-JP" altLang="en-US"/>
              <a:t> </a:t>
            </a:r>
          </a:p>
        </p:txBody>
      </p:sp>
      <p:sp>
        <p:nvSpPr>
          <p:cNvPr id="21" name="サブタイトル">
            <a:extLst>
              <a:ext uri="{FF2B5EF4-FFF2-40B4-BE49-F238E27FC236}">
                <a16:creationId xmlns:a16="http://schemas.microsoft.com/office/drawing/2014/main" id="{89FA2FD5-56A6-B2D9-BC63-D44F9AD3E4BB}"/>
              </a:ext>
            </a:extLst>
          </p:cNvPr>
          <p:cNvSpPr>
            <a:spLocks noGrp="1"/>
          </p:cNvSpPr>
          <p:nvPr>
            <p:ph type="body" sz="quarter" idx="10" hasCustomPrompt="1"/>
          </p:nvPr>
        </p:nvSpPr>
        <p:spPr>
          <a:xfrm>
            <a:off x="1684564" y="1299247"/>
            <a:ext cx="3286759" cy="279050"/>
          </a:xfrm>
        </p:spPr>
        <p:txBody>
          <a:bodyPr anchor="b" anchorCtr="0">
            <a:noAutofit/>
          </a:bodyPr>
          <a:lstStyle>
            <a:lvl1pPr algn="ctr">
              <a:lnSpc>
                <a:spcPct val="120000"/>
              </a:lnSpc>
              <a:spcBef>
                <a:spcPts val="0"/>
              </a:spcBef>
              <a:defRPr sz="1500" b="0" i="0" baseline="0">
                <a:solidFill>
                  <a:schemeClr val="bg1"/>
                </a:solidFill>
                <a:latin typeface="Segoe UI" panose="020B0502040204020203" pitchFamily="34" charset="0"/>
                <a:cs typeface="Segoe UI" panose="020B0502040204020203" pitchFamily="34" charset="0"/>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marL="14400" marR="0" lvl="0" indent="0" algn="ctr" defTabSz="914400" eaLnBrk="1" fontAlgn="auto" latinLnBrk="0" hangingPunct="1">
              <a:lnSpc>
                <a:spcPct val="130000"/>
              </a:lnSpc>
              <a:spcBef>
                <a:spcPts val="100"/>
              </a:spcBef>
              <a:spcAft>
                <a:spcPts val="0"/>
              </a:spcAft>
              <a:buClrTx/>
              <a:buSzTx/>
              <a:buFontTx/>
              <a:buNone/>
              <a:tabLst/>
              <a:defRPr/>
            </a:pPr>
            <a:r>
              <a:rPr kumimoji="1" lang="en-US" altLang="ja-JP"/>
              <a:t>Sample text Sample text</a:t>
            </a:r>
            <a:endParaRPr kumimoji="1" lang="ja-JP" altLang="en-US"/>
          </a:p>
        </p:txBody>
      </p:sp>
      <p:sp>
        <p:nvSpPr>
          <p:cNvPr id="5" name="object 13">
            <a:extLst>
              <a:ext uri="{FF2B5EF4-FFF2-40B4-BE49-F238E27FC236}">
                <a16:creationId xmlns:a16="http://schemas.microsoft.com/office/drawing/2014/main" id="{5B3C4D2C-E780-821E-5AB5-5D5CCBF07565}"/>
              </a:ext>
            </a:extLst>
          </p:cNvPr>
          <p:cNvSpPr/>
          <p:nvPr userDrawn="1"/>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6" name="object 12">
            <a:extLst>
              <a:ext uri="{FF2B5EF4-FFF2-40B4-BE49-F238E27FC236}">
                <a16:creationId xmlns:a16="http://schemas.microsoft.com/office/drawing/2014/main" id="{5BD419E3-5E77-1D20-BBA3-CEE8FCD81350}"/>
              </a:ext>
            </a:extLst>
          </p:cNvPr>
          <p:cNvSpPr/>
          <p:nvPr userDrawn="1"/>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3100167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_B">
    <p:spTree>
      <p:nvGrpSpPr>
        <p:cNvPr id="1" name=""/>
        <p:cNvGrpSpPr/>
        <p:nvPr/>
      </p:nvGrpSpPr>
      <p:grpSpPr>
        <a:xfrm>
          <a:off x="0" y="0"/>
          <a:ext cx="0" cy="0"/>
          <a:chOff x="0" y="0"/>
          <a:chExt cx="0" cy="0"/>
        </a:xfrm>
      </p:grpSpPr>
      <p:pic>
        <p:nvPicPr>
          <p:cNvPr id="7" name="object 3">
            <a:extLst>
              <a:ext uri="{FF2B5EF4-FFF2-40B4-BE49-F238E27FC236}">
                <a16:creationId xmlns:a16="http://schemas.microsoft.com/office/drawing/2014/main" id="{852D91D9-CEFA-6183-771C-8DC7176942EE}"/>
              </a:ext>
            </a:extLst>
          </p:cNvPr>
          <p:cNvPicPr/>
          <p:nvPr userDrawn="1"/>
        </p:nvPicPr>
        <p:blipFill>
          <a:blip r:embed="rId2" cstate="print"/>
          <a:stretch>
            <a:fillRect/>
          </a:stretch>
        </p:blipFill>
        <p:spPr>
          <a:xfrm>
            <a:off x="0" y="945387"/>
            <a:ext cx="5842000" cy="4495228"/>
          </a:xfrm>
          <a:prstGeom prst="rect">
            <a:avLst/>
          </a:prstGeom>
        </p:spPr>
      </p:pic>
      <p:sp>
        <p:nvSpPr>
          <p:cNvPr id="8" name="object 4">
            <a:extLst>
              <a:ext uri="{FF2B5EF4-FFF2-40B4-BE49-F238E27FC236}">
                <a16:creationId xmlns:a16="http://schemas.microsoft.com/office/drawing/2014/main" id="{134DE87E-8606-29F6-436A-BC408CFA12E7}"/>
              </a:ext>
            </a:extLst>
          </p:cNvPr>
          <p:cNvSpPr/>
          <p:nvPr userDrawn="1"/>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pic>
        <p:nvPicPr>
          <p:cNvPr id="3" name="図 2">
            <a:extLst>
              <a:ext uri="{FF2B5EF4-FFF2-40B4-BE49-F238E27FC236}">
                <a16:creationId xmlns:a16="http://schemas.microsoft.com/office/drawing/2014/main" id="{374F46A1-0617-7162-CBCD-F0187AB224E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375400"/>
            <a:ext cx="12192000" cy="482600"/>
          </a:xfrm>
          <a:prstGeom prst="rect">
            <a:avLst/>
          </a:prstGeom>
        </p:spPr>
      </p:pic>
      <p:pic>
        <p:nvPicPr>
          <p:cNvPr id="4" name="LOGO" descr="ロゴ&#10;&#10;自動的に生成された説明">
            <a:extLst>
              <a:ext uri="{FF2B5EF4-FFF2-40B4-BE49-F238E27FC236}">
                <a16:creationId xmlns:a16="http://schemas.microsoft.com/office/drawing/2014/main" id="{C9DDBD28-4A1D-B549-B659-E15C5845A8F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39114" y="4540937"/>
            <a:ext cx="777105" cy="400209"/>
          </a:xfrm>
          <a:prstGeom prst="rect">
            <a:avLst/>
          </a:prstGeom>
        </p:spPr>
      </p:pic>
      <p:sp>
        <p:nvSpPr>
          <p:cNvPr id="17" name="名前">
            <a:extLst>
              <a:ext uri="{FF2B5EF4-FFF2-40B4-BE49-F238E27FC236}">
                <a16:creationId xmlns:a16="http://schemas.microsoft.com/office/drawing/2014/main" id="{DE91B62D-7F9F-8DFC-A0F5-0D31A1841799}"/>
              </a:ext>
            </a:extLst>
          </p:cNvPr>
          <p:cNvSpPr>
            <a:spLocks noGrp="1"/>
          </p:cNvSpPr>
          <p:nvPr>
            <p:ph type="body" sz="quarter" idx="15" hasCustomPrompt="1"/>
          </p:nvPr>
        </p:nvSpPr>
        <p:spPr>
          <a:xfrm>
            <a:off x="1684563" y="4021027"/>
            <a:ext cx="3286760" cy="222690"/>
          </a:xfrm>
        </p:spPr>
        <p:txBody>
          <a:bodyPr/>
          <a:lstStyle>
            <a:lvl1pPr algn="ctr">
              <a:defRPr sz="1200" baseline="0">
                <a:solidFill>
                  <a:schemeClr val="bg1"/>
                </a:solidFill>
                <a:ea typeface="Meiryo UI" panose="020B0604030504040204" pitchFamily="50" charset="-128"/>
              </a:defRPr>
            </a:lvl1pPr>
          </a:lstStyle>
          <a:p>
            <a:pPr lvl="0"/>
            <a:r>
              <a:rPr kumimoji="1" lang="en-US" altLang="ja-JP"/>
              <a:t>Name</a:t>
            </a:r>
            <a:endParaRPr kumimoji="1" lang="ja-JP" altLang="en-US"/>
          </a:p>
        </p:txBody>
      </p:sp>
      <p:sp>
        <p:nvSpPr>
          <p:cNvPr id="18" name="部署">
            <a:extLst>
              <a:ext uri="{FF2B5EF4-FFF2-40B4-BE49-F238E27FC236}">
                <a16:creationId xmlns:a16="http://schemas.microsoft.com/office/drawing/2014/main" id="{6B6236CC-9EAA-4A0C-BF22-2D42F275492B}"/>
              </a:ext>
            </a:extLst>
          </p:cNvPr>
          <p:cNvSpPr>
            <a:spLocks noGrp="1"/>
          </p:cNvSpPr>
          <p:nvPr>
            <p:ph type="body" sz="quarter" idx="14" hasCustomPrompt="1"/>
          </p:nvPr>
        </p:nvSpPr>
        <p:spPr>
          <a:xfrm>
            <a:off x="1684563" y="3785903"/>
            <a:ext cx="3286760" cy="222690"/>
          </a:xfrm>
        </p:spPr>
        <p:txBody>
          <a:bodyPr/>
          <a:lstStyle>
            <a:lvl1pPr algn="ctr">
              <a:defRPr sz="1200" baseline="0">
                <a:solidFill>
                  <a:schemeClr val="bg1"/>
                </a:solidFill>
                <a:ea typeface="Meiryo UI" panose="020B0604030504040204" pitchFamily="50" charset="-128"/>
              </a:defRPr>
            </a:lvl1pPr>
          </a:lstStyle>
          <a:p>
            <a:pPr lvl="0"/>
            <a:r>
              <a:rPr kumimoji="1" lang="en-US" altLang="ja-JP"/>
              <a:t>Division</a:t>
            </a:r>
            <a:endParaRPr kumimoji="1" lang="ja-JP" altLang="en-US"/>
          </a:p>
        </p:txBody>
      </p:sp>
      <p:sp>
        <p:nvSpPr>
          <p:cNvPr id="19" name="日付">
            <a:extLst>
              <a:ext uri="{FF2B5EF4-FFF2-40B4-BE49-F238E27FC236}">
                <a16:creationId xmlns:a16="http://schemas.microsoft.com/office/drawing/2014/main" id="{3C4B6358-57C2-0890-38DB-E948C63C06BD}"/>
              </a:ext>
            </a:extLst>
          </p:cNvPr>
          <p:cNvSpPr>
            <a:spLocks noGrp="1"/>
          </p:cNvSpPr>
          <p:nvPr>
            <p:ph type="body" sz="quarter" idx="13"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2023/00/00</a:t>
            </a:r>
            <a:endParaRPr kumimoji="1" lang="ja-JP" altLang="en-US"/>
          </a:p>
        </p:txBody>
      </p:sp>
      <p:sp>
        <p:nvSpPr>
          <p:cNvPr id="20" name="メインタイトル">
            <a:extLst>
              <a:ext uri="{FF2B5EF4-FFF2-40B4-BE49-F238E27FC236}">
                <a16:creationId xmlns:a16="http://schemas.microsoft.com/office/drawing/2014/main" id="{40CC0620-BD14-3D8A-A1DA-0AC3012B591B}"/>
              </a:ext>
            </a:extLst>
          </p:cNvPr>
          <p:cNvSpPr>
            <a:spLocks noGrp="1"/>
          </p:cNvSpPr>
          <p:nvPr>
            <p:ph type="title" hasCustomPrompt="1"/>
          </p:nvPr>
        </p:nvSpPr>
        <p:spPr>
          <a:xfrm>
            <a:off x="1684564" y="1742505"/>
            <a:ext cx="3286760" cy="1604211"/>
          </a:xfrm>
        </p:spPr>
        <p:txBody>
          <a:bodyPr anchor="ctr" anchorCtr="1">
            <a:noAutofit/>
          </a:bodyPr>
          <a:lstStyle>
            <a:lvl1pPr algn="ctr">
              <a:defRPr sz="2200" b="1" i="0" baseline="0">
                <a:solidFill>
                  <a:schemeClr val="bg1"/>
                </a:solidFill>
                <a:latin typeface="Segoe UI" panose="020B0502040204020203" pitchFamily="34" charset="0"/>
                <a:ea typeface="Yu Gothic" panose="020B0400000000000000" pitchFamily="34" charset="-128"/>
                <a:cs typeface="Segoe UI" panose="020B0502040204020203" pitchFamily="34" charset="0"/>
              </a:defRPr>
            </a:lvl1pPr>
          </a:lstStyle>
          <a:p>
            <a:r>
              <a:rPr kumimoji="1" lang="en-US" altLang="ja-JP"/>
              <a:t>Title text</a:t>
            </a:r>
            <a:br>
              <a:rPr kumimoji="1" lang="en-US" altLang="ja-JP"/>
            </a:br>
            <a:r>
              <a:rPr kumimoji="1" lang="en-US" altLang="ja-JP"/>
              <a:t>Title text</a:t>
            </a:r>
            <a:r>
              <a:rPr kumimoji="1" lang="ja-JP" altLang="en-US"/>
              <a:t> </a:t>
            </a:r>
          </a:p>
        </p:txBody>
      </p:sp>
      <p:sp>
        <p:nvSpPr>
          <p:cNvPr id="21" name="サブタイトル">
            <a:extLst>
              <a:ext uri="{FF2B5EF4-FFF2-40B4-BE49-F238E27FC236}">
                <a16:creationId xmlns:a16="http://schemas.microsoft.com/office/drawing/2014/main" id="{89FA2FD5-56A6-B2D9-BC63-D44F9AD3E4BB}"/>
              </a:ext>
            </a:extLst>
          </p:cNvPr>
          <p:cNvSpPr>
            <a:spLocks noGrp="1"/>
          </p:cNvSpPr>
          <p:nvPr>
            <p:ph type="body" sz="quarter" idx="10" hasCustomPrompt="1"/>
          </p:nvPr>
        </p:nvSpPr>
        <p:spPr>
          <a:xfrm>
            <a:off x="1684564" y="1299247"/>
            <a:ext cx="3286759" cy="279050"/>
          </a:xfrm>
        </p:spPr>
        <p:txBody>
          <a:bodyPr anchor="b" anchorCtr="0">
            <a:noAutofit/>
          </a:bodyPr>
          <a:lstStyle>
            <a:lvl1pPr algn="ctr">
              <a:lnSpc>
                <a:spcPct val="120000"/>
              </a:lnSpc>
              <a:spcBef>
                <a:spcPts val="0"/>
              </a:spcBef>
              <a:defRPr sz="1500" b="0" i="0" baseline="0">
                <a:solidFill>
                  <a:schemeClr val="bg1"/>
                </a:solidFill>
                <a:latin typeface="Segoe UI" panose="020B0502040204020203" pitchFamily="34" charset="0"/>
                <a:cs typeface="Segoe UI" panose="020B0502040204020203" pitchFamily="34" charset="0"/>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marL="14400" marR="0" lvl="0" indent="0" algn="ctr" defTabSz="914400" eaLnBrk="1" fontAlgn="auto" latinLnBrk="0" hangingPunct="1">
              <a:lnSpc>
                <a:spcPct val="130000"/>
              </a:lnSpc>
              <a:spcBef>
                <a:spcPts val="100"/>
              </a:spcBef>
              <a:spcAft>
                <a:spcPts val="0"/>
              </a:spcAft>
              <a:buClrTx/>
              <a:buSzTx/>
              <a:buFontTx/>
              <a:buNone/>
              <a:tabLst/>
              <a:defRPr/>
            </a:pPr>
            <a:r>
              <a:rPr kumimoji="1" lang="en-US" altLang="ja-JP"/>
              <a:t>Sample text Sample text</a:t>
            </a:r>
            <a:endParaRPr kumimoji="1" lang="ja-JP" altLang="en-US"/>
          </a:p>
        </p:txBody>
      </p:sp>
      <p:sp>
        <p:nvSpPr>
          <p:cNvPr id="5" name="object 13">
            <a:extLst>
              <a:ext uri="{FF2B5EF4-FFF2-40B4-BE49-F238E27FC236}">
                <a16:creationId xmlns:a16="http://schemas.microsoft.com/office/drawing/2014/main" id="{5B3C4D2C-E780-821E-5AB5-5D5CCBF07565}"/>
              </a:ext>
            </a:extLst>
          </p:cNvPr>
          <p:cNvSpPr/>
          <p:nvPr userDrawn="1"/>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6" name="object 12">
            <a:extLst>
              <a:ext uri="{FF2B5EF4-FFF2-40B4-BE49-F238E27FC236}">
                <a16:creationId xmlns:a16="http://schemas.microsoft.com/office/drawing/2014/main" id="{5BD419E3-5E77-1D20-BBA3-CEE8FCD81350}"/>
              </a:ext>
            </a:extLst>
          </p:cNvPr>
          <p:cNvSpPr/>
          <p:nvPr userDrawn="1"/>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1125921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_A">
    <p:spTree>
      <p:nvGrpSpPr>
        <p:cNvPr id="1" name=""/>
        <p:cNvGrpSpPr/>
        <p:nvPr/>
      </p:nvGrpSpPr>
      <p:grpSpPr>
        <a:xfrm>
          <a:off x="0" y="0"/>
          <a:ext cx="0" cy="0"/>
          <a:chOff x="0" y="0"/>
          <a:chExt cx="0" cy="0"/>
        </a:xfrm>
      </p:grpSpPr>
      <p:sp>
        <p:nvSpPr>
          <p:cNvPr id="8" name="本文">
            <a:extLst>
              <a:ext uri="{FF2B5EF4-FFF2-40B4-BE49-F238E27FC236}">
                <a16:creationId xmlns:a16="http://schemas.microsoft.com/office/drawing/2014/main" id="{7BCA38F4-41BE-BFC8-F4B4-A11FEDE5F3C2}"/>
              </a:ext>
            </a:extLst>
          </p:cNvPr>
          <p:cNvSpPr>
            <a:spLocks noGrp="1"/>
          </p:cNvSpPr>
          <p:nvPr>
            <p:ph type="body" sz="quarter" idx="13" hasCustomPrompt="1"/>
          </p:nvPr>
        </p:nvSpPr>
        <p:spPr>
          <a:xfrm>
            <a:off x="4920016" y="945389"/>
            <a:ext cx="6293325" cy="4495800"/>
          </a:xfrm>
        </p:spPr>
        <p:txBody>
          <a:bodyPr>
            <a:noAutofit/>
          </a:bodyPr>
          <a:lstStyle>
            <a:lvl1pPr marL="357300" indent="-342900">
              <a:spcAft>
                <a:spcPts val="1000"/>
              </a:spcAft>
              <a:buFont typeface="+mj-lt"/>
              <a:buAutoNum type="arabicPeriod"/>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marL="8001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2pPr>
            <a:lvl3pPr marL="12573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3pPr>
            <a:lvl4pPr marL="17145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4pPr>
            <a:lvl5pPr marL="21717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7" name="タイトル">
            <a:extLst>
              <a:ext uri="{FF2B5EF4-FFF2-40B4-BE49-F238E27FC236}">
                <a16:creationId xmlns:a16="http://schemas.microsoft.com/office/drawing/2014/main" id="{DF6AC0A1-ECE4-EBF0-B1B7-1F8D9A99A296}"/>
              </a:ext>
            </a:extLst>
          </p:cNvPr>
          <p:cNvSpPr>
            <a:spLocks noGrp="1"/>
          </p:cNvSpPr>
          <p:nvPr>
            <p:ph type="title" hasCustomPrompt="1"/>
          </p:nvPr>
        </p:nvSpPr>
        <p:spPr>
          <a:xfrm>
            <a:off x="1208101" y="945388"/>
            <a:ext cx="2994506" cy="4495800"/>
          </a:xfrm>
        </p:spPr>
        <p:txBody>
          <a:bodyPr anchor="ctr" anchorCtr="1">
            <a:noAutofit/>
          </a:bodyPr>
          <a:lstStyle>
            <a:lvl1pPr algn="ctr">
              <a:defRPr sz="2400" b="1" i="0" spc="0" baseline="0">
                <a:solidFill>
                  <a:schemeClr val="tx2"/>
                </a:solidFill>
                <a:latin typeface="Segoe UI" panose="020B0502040204020203" pitchFamily="34" charset="0"/>
                <a:ea typeface="Meiryo UI" panose="020B0604030504040204" pitchFamily="34" charset="-128"/>
                <a:cs typeface="Segoe UI" panose="020B0502040204020203" pitchFamily="34" charset="0"/>
              </a:defRPr>
            </a:lvl1pPr>
          </a:lstStyle>
          <a:p>
            <a:r>
              <a:rPr kumimoji="1" lang="en-US" altLang="ja-JP"/>
              <a:t>Title text</a:t>
            </a:r>
            <a:endParaRPr kumimoji="1" lang="ja-JP" altLang="en-US"/>
          </a:p>
        </p:txBody>
      </p:sp>
      <p:sp>
        <p:nvSpPr>
          <p:cNvPr id="2" name="object 2">
            <a:extLst>
              <a:ext uri="{FF2B5EF4-FFF2-40B4-BE49-F238E27FC236}">
                <a16:creationId xmlns:a16="http://schemas.microsoft.com/office/drawing/2014/main" id="{DE25391C-2E0E-590D-B1DD-F4EF0D64753E}"/>
              </a:ext>
            </a:extLst>
          </p:cNvPr>
          <p:cNvSpPr/>
          <p:nvPr userDrawn="1"/>
        </p:nvSpPr>
        <p:spPr>
          <a:xfrm>
            <a:off x="4571504" y="945388"/>
            <a:ext cx="25400" cy="4495800"/>
          </a:xfrm>
          <a:custGeom>
            <a:avLst/>
            <a:gdLst/>
            <a:ahLst/>
            <a:cxnLst/>
            <a:rect l="l" t="t" r="r" b="b"/>
            <a:pathLst>
              <a:path w="25400" h="4495800">
                <a:moveTo>
                  <a:pt x="25400" y="0"/>
                </a:moveTo>
                <a:lnTo>
                  <a:pt x="0" y="0"/>
                </a:lnTo>
                <a:lnTo>
                  <a:pt x="0" y="4495228"/>
                </a:lnTo>
                <a:lnTo>
                  <a:pt x="25400" y="4495228"/>
                </a:lnTo>
                <a:lnTo>
                  <a:pt x="25400" y="0"/>
                </a:lnTo>
                <a:close/>
              </a:path>
            </a:pathLst>
          </a:custGeom>
          <a:solidFill>
            <a:srgbClr val="0081CC"/>
          </a:solidFill>
        </p:spPr>
        <p:txBody>
          <a:bodyPr wrap="square" lIns="0" tIns="0" rIns="0" bIns="0" rtlCol="0"/>
          <a:lstStyle/>
          <a:p>
            <a:endParaRPr/>
          </a:p>
        </p:txBody>
      </p:sp>
      <p:pic>
        <p:nvPicPr>
          <p:cNvPr id="3" name="object 3">
            <a:extLst>
              <a:ext uri="{FF2B5EF4-FFF2-40B4-BE49-F238E27FC236}">
                <a16:creationId xmlns:a16="http://schemas.microsoft.com/office/drawing/2014/main" id="{CE2DDE68-6F47-F483-0E3E-AC7D21CCD86A}"/>
              </a:ext>
            </a:extLst>
          </p:cNvPr>
          <p:cNvPicPr/>
          <p:nvPr userDrawn="1"/>
        </p:nvPicPr>
        <p:blipFill>
          <a:blip r:embed="rId2" cstate="print"/>
          <a:stretch>
            <a:fillRect/>
          </a:stretch>
        </p:blipFill>
        <p:spPr>
          <a:xfrm>
            <a:off x="0" y="945387"/>
            <a:ext cx="813371" cy="4495228"/>
          </a:xfrm>
          <a:prstGeom prst="rect">
            <a:avLst/>
          </a:prstGeom>
        </p:spPr>
      </p:pic>
    </p:spTree>
    <p:extLst>
      <p:ext uri="{BB962C8B-B14F-4D97-AF65-F5344CB8AC3E}">
        <p14:creationId xmlns:p14="http://schemas.microsoft.com/office/powerpoint/2010/main" val="2726118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B">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0B28C733-ABC6-8325-278A-9873E4ADBEFC}"/>
              </a:ext>
            </a:extLst>
          </p:cNvPr>
          <p:cNvPicPr/>
          <p:nvPr userDrawn="1"/>
        </p:nvPicPr>
        <p:blipFill>
          <a:blip r:embed="rId2" cstate="print"/>
          <a:stretch>
            <a:fillRect/>
          </a:stretch>
        </p:blipFill>
        <p:spPr>
          <a:xfrm>
            <a:off x="813371" y="945387"/>
            <a:ext cx="3783533" cy="4495228"/>
          </a:xfrm>
          <a:prstGeom prst="rect">
            <a:avLst/>
          </a:prstGeom>
        </p:spPr>
      </p:pic>
      <p:sp>
        <p:nvSpPr>
          <p:cNvPr id="5" name="object 4">
            <a:extLst>
              <a:ext uri="{FF2B5EF4-FFF2-40B4-BE49-F238E27FC236}">
                <a16:creationId xmlns:a16="http://schemas.microsoft.com/office/drawing/2014/main" id="{F19F8921-59B8-9D74-7EA6-E2D97E6484C3}"/>
              </a:ext>
            </a:extLst>
          </p:cNvPr>
          <p:cNvSpPr/>
          <p:nvPr userDrawn="1"/>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sp>
        <p:nvSpPr>
          <p:cNvPr id="8" name="本文">
            <a:extLst>
              <a:ext uri="{FF2B5EF4-FFF2-40B4-BE49-F238E27FC236}">
                <a16:creationId xmlns:a16="http://schemas.microsoft.com/office/drawing/2014/main" id="{7BCA38F4-41BE-BFC8-F4B4-A11FEDE5F3C2}"/>
              </a:ext>
            </a:extLst>
          </p:cNvPr>
          <p:cNvSpPr>
            <a:spLocks noGrp="1"/>
          </p:cNvSpPr>
          <p:nvPr>
            <p:ph type="body" sz="quarter" idx="13" hasCustomPrompt="1"/>
          </p:nvPr>
        </p:nvSpPr>
        <p:spPr>
          <a:xfrm>
            <a:off x="4920016" y="945389"/>
            <a:ext cx="6293325" cy="4495800"/>
          </a:xfrm>
        </p:spPr>
        <p:txBody>
          <a:bodyPr>
            <a:noAutofit/>
          </a:bodyPr>
          <a:lstStyle>
            <a:lvl1pPr marL="357300" indent="-342900">
              <a:spcAft>
                <a:spcPts val="1000"/>
              </a:spcAft>
              <a:buFont typeface="+mj-lt"/>
              <a:buAutoNum type="arabicPeriod"/>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marL="8001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2pPr>
            <a:lvl3pPr marL="12573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3pPr>
            <a:lvl4pPr marL="17145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4pPr>
            <a:lvl5pPr marL="21717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7" name="タイトル">
            <a:extLst>
              <a:ext uri="{FF2B5EF4-FFF2-40B4-BE49-F238E27FC236}">
                <a16:creationId xmlns:a16="http://schemas.microsoft.com/office/drawing/2014/main" id="{DF6AC0A1-ECE4-EBF0-B1B7-1F8D9A99A296}"/>
              </a:ext>
            </a:extLst>
          </p:cNvPr>
          <p:cNvSpPr>
            <a:spLocks noGrp="1"/>
          </p:cNvSpPr>
          <p:nvPr>
            <p:ph type="title" hasCustomPrompt="1"/>
          </p:nvPr>
        </p:nvSpPr>
        <p:spPr>
          <a:xfrm>
            <a:off x="1208101" y="945388"/>
            <a:ext cx="2994506" cy="4495800"/>
          </a:xfrm>
        </p:spPr>
        <p:txBody>
          <a:bodyPr anchor="ctr" anchorCtr="1">
            <a:noAutofit/>
          </a:bodyPr>
          <a:lstStyle>
            <a:lvl1pPr algn="ctr">
              <a:defRPr sz="2400" b="1" i="0" spc="0" baseline="0">
                <a:solidFill>
                  <a:schemeClr val="bg1"/>
                </a:solidFill>
                <a:latin typeface="Segoe UI" panose="020B0502040204020203" pitchFamily="34" charset="0"/>
                <a:ea typeface="Meiryo UI" panose="020B0604030504040204" pitchFamily="34" charset="-128"/>
                <a:cs typeface="Segoe UI" panose="020B0502040204020203" pitchFamily="34" charset="0"/>
              </a:defRPr>
            </a:lvl1pPr>
          </a:lstStyle>
          <a:p>
            <a:r>
              <a:rPr kumimoji="1" lang="en-US" altLang="ja-JP"/>
              <a:t>Title text</a:t>
            </a:r>
            <a:endParaRPr kumimoji="1" lang="ja-JP" altLang="en-US"/>
          </a:p>
        </p:txBody>
      </p:sp>
    </p:spTree>
    <p:extLst>
      <p:ext uri="{BB962C8B-B14F-4D97-AF65-F5344CB8AC3E}">
        <p14:creationId xmlns:p14="http://schemas.microsoft.com/office/powerpoint/2010/main" val="2560178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side Cover_A">
    <p:spTree>
      <p:nvGrpSpPr>
        <p:cNvPr id="1" name=""/>
        <p:cNvGrpSpPr/>
        <p:nvPr/>
      </p:nvGrpSpPr>
      <p:grpSpPr>
        <a:xfrm>
          <a:off x="0" y="0"/>
          <a:ext cx="0" cy="0"/>
          <a:chOff x="0" y="0"/>
          <a:chExt cx="0" cy="0"/>
        </a:xfrm>
      </p:grpSpPr>
      <p:sp>
        <p:nvSpPr>
          <p:cNvPr id="7" name="タイトル">
            <a:extLst>
              <a:ext uri="{FF2B5EF4-FFF2-40B4-BE49-F238E27FC236}">
                <a16:creationId xmlns:a16="http://schemas.microsoft.com/office/drawing/2014/main" id="{DF6AC0A1-ECE4-EBF0-B1B7-1F8D9A99A296}"/>
              </a:ext>
            </a:extLst>
          </p:cNvPr>
          <p:cNvSpPr>
            <a:spLocks noGrp="1"/>
          </p:cNvSpPr>
          <p:nvPr>
            <p:ph type="title" hasCustomPrompt="1"/>
          </p:nvPr>
        </p:nvSpPr>
        <p:spPr>
          <a:xfrm>
            <a:off x="1194371" y="970788"/>
            <a:ext cx="4648200" cy="4445000"/>
          </a:xfrm>
        </p:spPr>
        <p:txBody>
          <a:bodyPr anchor="ctr" anchorCtr="0">
            <a:noAutofit/>
          </a:bodyPr>
          <a:lstStyle>
            <a:lvl1pPr algn="l">
              <a:defRPr sz="2400" b="1" i="0" spc="0" baseline="0">
                <a:solidFill>
                  <a:schemeClr val="tx2"/>
                </a:solidFill>
                <a:latin typeface="Segoe UI" panose="020B0502040204020203" pitchFamily="34" charset="0"/>
                <a:ea typeface="Meiryo UI" panose="020B0604030504040204" pitchFamily="34" charset="-128"/>
                <a:cs typeface="Segoe UI" panose="020B0502040204020203" pitchFamily="34" charset="0"/>
              </a:defRPr>
            </a:lvl1pPr>
          </a:lstStyle>
          <a:p>
            <a:r>
              <a:rPr kumimoji="1" lang="en-US" altLang="ja-JP"/>
              <a:t>Title text</a:t>
            </a:r>
            <a:endParaRPr kumimoji="1" lang="ja-JP" altLang="en-US"/>
          </a:p>
        </p:txBody>
      </p:sp>
      <p:pic>
        <p:nvPicPr>
          <p:cNvPr id="2" name="object 2">
            <a:extLst>
              <a:ext uri="{FF2B5EF4-FFF2-40B4-BE49-F238E27FC236}">
                <a16:creationId xmlns:a16="http://schemas.microsoft.com/office/drawing/2014/main" id="{D20D6696-DEC6-B40B-1340-62FFF1847061}"/>
              </a:ext>
            </a:extLst>
          </p:cNvPr>
          <p:cNvPicPr/>
          <p:nvPr userDrawn="1"/>
        </p:nvPicPr>
        <p:blipFill>
          <a:blip r:embed="rId2" cstate="print"/>
          <a:stretch>
            <a:fillRect/>
          </a:stretch>
        </p:blipFill>
        <p:spPr>
          <a:xfrm>
            <a:off x="0" y="945387"/>
            <a:ext cx="813371" cy="4495228"/>
          </a:xfrm>
          <a:prstGeom prst="rect">
            <a:avLst/>
          </a:prstGeom>
        </p:spPr>
      </p:pic>
      <p:sp>
        <p:nvSpPr>
          <p:cNvPr id="3" name="object 3">
            <a:extLst>
              <a:ext uri="{FF2B5EF4-FFF2-40B4-BE49-F238E27FC236}">
                <a16:creationId xmlns:a16="http://schemas.microsoft.com/office/drawing/2014/main" id="{22D38394-0E9B-BF4A-F9EA-2A49C3D1BFF6}"/>
              </a:ext>
            </a:extLst>
          </p:cNvPr>
          <p:cNvSpPr/>
          <p:nvPr userDrawn="1"/>
        </p:nvSpPr>
        <p:spPr>
          <a:xfrm>
            <a:off x="1194371" y="945388"/>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
        <p:nvSpPr>
          <p:cNvPr id="4" name="object 4">
            <a:extLst>
              <a:ext uri="{FF2B5EF4-FFF2-40B4-BE49-F238E27FC236}">
                <a16:creationId xmlns:a16="http://schemas.microsoft.com/office/drawing/2014/main" id="{6F93204D-81CD-E3F0-78BB-3A14A5816653}"/>
              </a:ext>
            </a:extLst>
          </p:cNvPr>
          <p:cNvSpPr/>
          <p:nvPr userDrawn="1"/>
        </p:nvSpPr>
        <p:spPr>
          <a:xfrm>
            <a:off x="1194371" y="5415216"/>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Tree>
    <p:extLst>
      <p:ext uri="{BB962C8B-B14F-4D97-AF65-F5344CB8AC3E}">
        <p14:creationId xmlns:p14="http://schemas.microsoft.com/office/powerpoint/2010/main" val="2923259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side Cover_B">
    <p:spTree>
      <p:nvGrpSpPr>
        <p:cNvPr id="1" name=""/>
        <p:cNvGrpSpPr/>
        <p:nvPr/>
      </p:nvGrpSpPr>
      <p:grpSpPr>
        <a:xfrm>
          <a:off x="0" y="0"/>
          <a:ext cx="0" cy="0"/>
          <a:chOff x="0" y="0"/>
          <a:chExt cx="0" cy="0"/>
        </a:xfrm>
      </p:grpSpPr>
      <p:pic>
        <p:nvPicPr>
          <p:cNvPr id="6" name="object 3">
            <a:extLst>
              <a:ext uri="{FF2B5EF4-FFF2-40B4-BE49-F238E27FC236}">
                <a16:creationId xmlns:a16="http://schemas.microsoft.com/office/drawing/2014/main" id="{7325A044-816D-2FDA-8C50-81FD82FC2932}"/>
              </a:ext>
            </a:extLst>
          </p:cNvPr>
          <p:cNvPicPr/>
          <p:nvPr userDrawn="1"/>
        </p:nvPicPr>
        <p:blipFill>
          <a:blip r:embed="rId2" cstate="print"/>
          <a:stretch>
            <a:fillRect/>
          </a:stretch>
        </p:blipFill>
        <p:spPr>
          <a:xfrm>
            <a:off x="813371" y="945388"/>
            <a:ext cx="5028628" cy="4495228"/>
          </a:xfrm>
          <a:prstGeom prst="rect">
            <a:avLst/>
          </a:prstGeom>
        </p:spPr>
      </p:pic>
      <p:sp>
        <p:nvSpPr>
          <p:cNvPr id="8" name="object 4">
            <a:extLst>
              <a:ext uri="{FF2B5EF4-FFF2-40B4-BE49-F238E27FC236}">
                <a16:creationId xmlns:a16="http://schemas.microsoft.com/office/drawing/2014/main" id="{E1A8333A-10C5-504F-0104-3B6A5E91ADDA}"/>
              </a:ext>
            </a:extLst>
          </p:cNvPr>
          <p:cNvSpPr/>
          <p:nvPr userDrawn="1"/>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sp>
        <p:nvSpPr>
          <p:cNvPr id="7" name="タイトル">
            <a:extLst>
              <a:ext uri="{FF2B5EF4-FFF2-40B4-BE49-F238E27FC236}">
                <a16:creationId xmlns:a16="http://schemas.microsoft.com/office/drawing/2014/main" id="{DF6AC0A1-ECE4-EBF0-B1B7-1F8D9A99A296}"/>
              </a:ext>
            </a:extLst>
          </p:cNvPr>
          <p:cNvSpPr>
            <a:spLocks noGrp="1"/>
          </p:cNvSpPr>
          <p:nvPr>
            <p:ph type="title" hasCustomPrompt="1"/>
          </p:nvPr>
        </p:nvSpPr>
        <p:spPr>
          <a:xfrm>
            <a:off x="1194371" y="970788"/>
            <a:ext cx="4266913" cy="4445000"/>
          </a:xfrm>
        </p:spPr>
        <p:txBody>
          <a:bodyPr anchor="ctr" anchorCtr="0">
            <a:noAutofit/>
          </a:bodyPr>
          <a:lstStyle>
            <a:lvl1pPr algn="l">
              <a:defRPr sz="2400" b="1" i="0" spc="0" baseline="0">
                <a:solidFill>
                  <a:schemeClr val="bg1"/>
                </a:solidFill>
                <a:latin typeface="Segoe UI" panose="020B0502040204020203" pitchFamily="34" charset="0"/>
                <a:ea typeface="Meiryo UI" panose="020B0604030504040204" pitchFamily="34" charset="-128"/>
                <a:cs typeface="Segoe UI" panose="020B0502040204020203" pitchFamily="34" charset="0"/>
              </a:defRPr>
            </a:lvl1pPr>
          </a:lstStyle>
          <a:p>
            <a:r>
              <a:rPr kumimoji="1" lang="en-US" altLang="ja-JP"/>
              <a:t>Title text</a:t>
            </a:r>
            <a:endParaRPr kumimoji="1" lang="ja-JP" altLang="en-US"/>
          </a:p>
        </p:txBody>
      </p:sp>
    </p:spTree>
    <p:extLst>
      <p:ext uri="{BB962C8B-B14F-4D97-AF65-F5344CB8AC3E}">
        <p14:creationId xmlns:p14="http://schemas.microsoft.com/office/powerpoint/2010/main" val="9234346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ody wirh Number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5" name="本文">
            <a:extLst>
              <a:ext uri="{FF2B5EF4-FFF2-40B4-BE49-F238E27FC236}">
                <a16:creationId xmlns:a16="http://schemas.microsoft.com/office/drawing/2014/main" id="{A3306673-5D8E-18CA-35ED-26F0E7522503}"/>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8" name="タイトル">
            <a:extLst>
              <a:ext uri="{FF2B5EF4-FFF2-40B4-BE49-F238E27FC236}">
                <a16:creationId xmlns:a16="http://schemas.microsoft.com/office/drawing/2014/main" id="{15CE4436-A8BD-3424-5B75-1ECBFCD1FF3D}"/>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sp>
        <p:nvSpPr>
          <p:cNvPr id="2" name="ナンバー">
            <a:extLst>
              <a:ext uri="{FF2B5EF4-FFF2-40B4-BE49-F238E27FC236}">
                <a16:creationId xmlns:a16="http://schemas.microsoft.com/office/drawing/2014/main" id="{4151988A-B2B4-8AB6-7412-6920A9F45684}"/>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pic>
        <p:nvPicPr>
          <p:cNvPr id="3" name="BAM_LOGO" descr="アイコン&#10;&#10;自動的に生成された説明">
            <a:extLst>
              <a:ext uri="{FF2B5EF4-FFF2-40B4-BE49-F238E27FC236}">
                <a16:creationId xmlns:a16="http://schemas.microsoft.com/office/drawing/2014/main" id="{5F2F927B-C877-A947-2B15-3DE793A1AFF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14100" y="0"/>
            <a:ext cx="977900" cy="889000"/>
          </a:xfrm>
          <a:prstGeom prst="rect">
            <a:avLst/>
          </a:prstGeom>
        </p:spPr>
      </p:pic>
    </p:spTree>
    <p:extLst>
      <p:ext uri="{BB962C8B-B14F-4D97-AF65-F5344CB8AC3E}">
        <p14:creationId xmlns:p14="http://schemas.microsoft.com/office/powerpoint/2010/main" val="14780430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 with Number">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5" name="本文">
            <a:extLst>
              <a:ext uri="{FF2B5EF4-FFF2-40B4-BE49-F238E27FC236}">
                <a16:creationId xmlns:a16="http://schemas.microsoft.com/office/drawing/2014/main" id="{A3306673-5D8E-18CA-35ED-26F0E7522503}"/>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8" name="タイトル">
            <a:extLst>
              <a:ext uri="{FF2B5EF4-FFF2-40B4-BE49-F238E27FC236}">
                <a16:creationId xmlns:a16="http://schemas.microsoft.com/office/drawing/2014/main" id="{15CE4436-A8BD-3424-5B75-1ECBFCD1FF3D}"/>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sp>
        <p:nvSpPr>
          <p:cNvPr id="2" name="ナンバー">
            <a:extLst>
              <a:ext uri="{FF2B5EF4-FFF2-40B4-BE49-F238E27FC236}">
                <a16:creationId xmlns:a16="http://schemas.microsoft.com/office/drawing/2014/main" id="{4151988A-B2B4-8AB6-7412-6920A9F45684}"/>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spTree>
    <p:extLst>
      <p:ext uri="{BB962C8B-B14F-4D97-AF65-F5344CB8AC3E}">
        <p14:creationId xmlns:p14="http://schemas.microsoft.com/office/powerpoint/2010/main" val="27974036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ody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17CCF123-6C01-40BE-D981-AAD883DC8874}"/>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3" name="タイトル">
            <a:extLst>
              <a:ext uri="{FF2B5EF4-FFF2-40B4-BE49-F238E27FC236}">
                <a16:creationId xmlns:a16="http://schemas.microsoft.com/office/drawing/2014/main" id="{A50B6BB7-7491-9688-EC1D-E57AC531FFE7}"/>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pic>
        <p:nvPicPr>
          <p:cNvPr id="5" name="BAM_LOGO" descr="アイコン&#10;&#10;自動的に生成された説明">
            <a:extLst>
              <a:ext uri="{FF2B5EF4-FFF2-40B4-BE49-F238E27FC236}">
                <a16:creationId xmlns:a16="http://schemas.microsoft.com/office/drawing/2014/main" id="{6D40972B-3DF6-8546-F669-8FCF102CC2B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14100" y="0"/>
            <a:ext cx="977900" cy="889000"/>
          </a:xfrm>
          <a:prstGeom prst="rect">
            <a:avLst/>
          </a:prstGeom>
        </p:spPr>
      </p:pic>
    </p:spTree>
    <p:extLst>
      <p:ext uri="{BB962C8B-B14F-4D97-AF65-F5344CB8AC3E}">
        <p14:creationId xmlns:p14="http://schemas.microsoft.com/office/powerpoint/2010/main" val="4056612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ody">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17CCF123-6C01-40BE-D981-AAD883DC8874}"/>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3" name="タイトル">
            <a:extLst>
              <a:ext uri="{FF2B5EF4-FFF2-40B4-BE49-F238E27FC236}">
                <a16:creationId xmlns:a16="http://schemas.microsoft.com/office/drawing/2014/main" id="{A50B6BB7-7491-9688-EC1D-E57AC531FFE7}"/>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spTree>
    <p:extLst>
      <p:ext uri="{BB962C8B-B14F-4D97-AF65-F5344CB8AC3E}">
        <p14:creationId xmlns:p14="http://schemas.microsoft.com/office/powerpoint/2010/main" val="1129616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_BAM">
    <p:spTree>
      <p:nvGrpSpPr>
        <p:cNvPr id="1" name=""/>
        <p:cNvGrpSpPr/>
        <p:nvPr/>
      </p:nvGrpSpPr>
      <p:grpSpPr>
        <a:xfrm>
          <a:off x="0" y="0"/>
          <a:ext cx="0" cy="0"/>
          <a:chOff x="0" y="0"/>
          <a:chExt cx="0" cy="0"/>
        </a:xfrm>
      </p:grpSpPr>
      <p:pic>
        <p:nvPicPr>
          <p:cNvPr id="2" name="BAM_LOGO" descr="アイコン&#10;&#10;自動的に生成された説明">
            <a:extLst>
              <a:ext uri="{FF2B5EF4-FFF2-40B4-BE49-F238E27FC236}">
                <a16:creationId xmlns:a16="http://schemas.microsoft.com/office/drawing/2014/main" id="{7B2B1D2C-ACDB-D8A2-F26B-654ACF631BB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14100" y="0"/>
            <a:ext cx="977900" cy="889000"/>
          </a:xfrm>
          <a:prstGeom prst="rect">
            <a:avLst/>
          </a:prstGeom>
        </p:spPr>
      </p:pic>
    </p:spTree>
    <p:extLst>
      <p:ext uri="{BB962C8B-B14F-4D97-AF65-F5344CB8AC3E}">
        <p14:creationId xmlns:p14="http://schemas.microsoft.com/office/powerpoint/2010/main" val="4240716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本文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583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639851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表紙_A">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1BAECB58-339C-F86C-5CB0-DEEDF8DFAD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図 2">
            <a:extLst>
              <a:ext uri="{FF2B5EF4-FFF2-40B4-BE49-F238E27FC236}">
                <a16:creationId xmlns:a16="http://schemas.microsoft.com/office/drawing/2014/main" id="{4162FC05-AD16-7B24-B216-B9A1ADBC59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375767"/>
            <a:ext cx="12192000" cy="482600"/>
          </a:xfrm>
          <a:prstGeom prst="rect">
            <a:avLst/>
          </a:prstGeom>
        </p:spPr>
      </p:pic>
      <p:sp>
        <p:nvSpPr>
          <p:cNvPr id="15" name="部署">
            <a:extLst>
              <a:ext uri="{FF2B5EF4-FFF2-40B4-BE49-F238E27FC236}">
                <a16:creationId xmlns:a16="http://schemas.microsoft.com/office/drawing/2014/main" id="{5A4C3E20-A39C-6AE5-0144-B24CDF210178}"/>
              </a:ext>
            </a:extLst>
          </p:cNvPr>
          <p:cNvSpPr>
            <a:spLocks noGrp="1"/>
          </p:cNvSpPr>
          <p:nvPr>
            <p:ph type="body" sz="quarter" idx="12" hasCustomPrompt="1"/>
          </p:nvPr>
        </p:nvSpPr>
        <p:spPr>
          <a:xfrm>
            <a:off x="1684563" y="3785903"/>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en-US" altLang="ja-JP"/>
              <a:t>XX</a:t>
            </a:r>
            <a:r>
              <a:rPr kumimoji="1" lang="ja-JP" altLang="en-US"/>
              <a:t>本部　</a:t>
            </a:r>
            <a:r>
              <a:rPr kumimoji="1" lang="en-US" altLang="ja-JP"/>
              <a:t>XX</a:t>
            </a:r>
            <a:r>
              <a:rPr kumimoji="1" lang="ja-JP" altLang="en-US"/>
              <a:t>部　</a:t>
            </a:r>
            <a:r>
              <a:rPr kumimoji="1" lang="en-US" altLang="ja-JP"/>
              <a:t>XX</a:t>
            </a:r>
            <a:r>
              <a:rPr kumimoji="1" lang="ja-JP" altLang="en-US"/>
              <a:t>グループ</a:t>
            </a:r>
          </a:p>
        </p:txBody>
      </p:sp>
      <p:sp>
        <p:nvSpPr>
          <p:cNvPr id="7" name="メインタイトル">
            <a:extLst>
              <a:ext uri="{FF2B5EF4-FFF2-40B4-BE49-F238E27FC236}">
                <a16:creationId xmlns:a16="http://schemas.microsoft.com/office/drawing/2014/main" id="{09ECA78D-08B5-DCBE-DF4E-62A668CC3311}"/>
              </a:ext>
            </a:extLst>
          </p:cNvPr>
          <p:cNvSpPr>
            <a:spLocks noGrp="1"/>
          </p:cNvSpPr>
          <p:nvPr>
            <p:ph type="title"/>
          </p:nvPr>
        </p:nvSpPr>
        <p:spPr>
          <a:xfrm>
            <a:off x="1684564" y="1742505"/>
            <a:ext cx="3286760" cy="1604223"/>
          </a:xfrm>
        </p:spPr>
        <p:txBody>
          <a:bodyPr anchor="ctr" anchorCtr="1">
            <a:noAutofit/>
          </a:bodyPr>
          <a:lstStyle>
            <a:lvl1pPr algn="ctr">
              <a:defRPr sz="2350" b="1" i="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13" name="サブタイトル">
            <a:extLst>
              <a:ext uri="{FF2B5EF4-FFF2-40B4-BE49-F238E27FC236}">
                <a16:creationId xmlns:a16="http://schemas.microsoft.com/office/drawing/2014/main" id="{44D4296A-6987-C785-337C-072DCB78B5D9}"/>
              </a:ext>
            </a:extLst>
          </p:cNvPr>
          <p:cNvSpPr>
            <a:spLocks noGrp="1"/>
          </p:cNvSpPr>
          <p:nvPr>
            <p:ph type="body" sz="quarter" idx="10"/>
          </p:nvPr>
        </p:nvSpPr>
        <p:spPr>
          <a:xfrm>
            <a:off x="1684565" y="1299248"/>
            <a:ext cx="3286759" cy="279049"/>
          </a:xfrm>
        </p:spPr>
        <p:txBody>
          <a:bodyPr>
            <a:noAutofit/>
          </a:bodyPr>
          <a:lstStyle>
            <a:lvl1pPr algn="ctr">
              <a:defRPr sz="1500" b="0" i="0" baseline="0">
                <a:solidFill>
                  <a:schemeClr val="bg1"/>
                </a:solidFill>
                <a:latin typeface="Segoe UI" panose="020B0502040204020203" pitchFamily="34" charset="0"/>
                <a:ea typeface="Meiryo UI" panose="020B0604030504040204" pitchFamily="34" charset="-128"/>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lvl="0"/>
            <a:r>
              <a:rPr kumimoji="1" lang="ja-JP" altLang="en-US"/>
              <a:t>マスター テキストの書式設定</a:t>
            </a:r>
          </a:p>
        </p:txBody>
      </p:sp>
      <p:pic>
        <p:nvPicPr>
          <p:cNvPr id="4" name="LOGO" descr="テキスト&#10;&#10;自動的に生成された説明">
            <a:extLst>
              <a:ext uri="{FF2B5EF4-FFF2-40B4-BE49-F238E27FC236}">
                <a16:creationId xmlns:a16="http://schemas.microsoft.com/office/drawing/2014/main" id="{5B1F2DFA-201B-AC5B-7854-C7896AFF1A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5" name="object 13">
            <a:extLst>
              <a:ext uri="{FF2B5EF4-FFF2-40B4-BE49-F238E27FC236}">
                <a16:creationId xmlns:a16="http://schemas.microsoft.com/office/drawing/2014/main" id="{417D132C-783A-C000-F77C-7588E3BF021B}"/>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6" name="object 12">
            <a:extLst>
              <a:ext uri="{FF2B5EF4-FFF2-40B4-BE49-F238E27FC236}">
                <a16:creationId xmlns:a16="http://schemas.microsoft.com/office/drawing/2014/main" id="{D49FA8D5-B242-1EED-B7B4-99663359D875}"/>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244031985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表紙_B">
    <p:spTree>
      <p:nvGrpSpPr>
        <p:cNvPr id="1" name=""/>
        <p:cNvGrpSpPr/>
        <p:nvPr/>
      </p:nvGrpSpPr>
      <p:grpSpPr>
        <a:xfrm>
          <a:off x="0" y="0"/>
          <a:ext cx="0" cy="0"/>
          <a:chOff x="0" y="0"/>
          <a:chExt cx="0" cy="0"/>
        </a:xfrm>
      </p:grpSpPr>
      <p:grpSp>
        <p:nvGrpSpPr>
          <p:cNvPr id="6" name="object 2">
            <a:extLst>
              <a:ext uri="{FF2B5EF4-FFF2-40B4-BE49-F238E27FC236}">
                <a16:creationId xmlns:a16="http://schemas.microsoft.com/office/drawing/2014/main" id="{8416DBE6-0C4F-B18F-1C57-B9A6CF3B1CF4}"/>
              </a:ext>
            </a:extLst>
          </p:cNvPr>
          <p:cNvGrpSpPr/>
          <p:nvPr/>
        </p:nvGrpSpPr>
        <p:grpSpPr>
          <a:xfrm>
            <a:off x="0" y="945388"/>
            <a:ext cx="5842000" cy="4495800"/>
            <a:chOff x="0" y="945388"/>
            <a:chExt cx="5842000" cy="4495800"/>
          </a:xfrm>
        </p:grpSpPr>
        <p:pic>
          <p:nvPicPr>
            <p:cNvPr id="8" name="object 3">
              <a:extLst>
                <a:ext uri="{FF2B5EF4-FFF2-40B4-BE49-F238E27FC236}">
                  <a16:creationId xmlns:a16="http://schemas.microsoft.com/office/drawing/2014/main" id="{57C06617-46E5-D9A5-3223-CA2B04A5F41F}"/>
                </a:ext>
              </a:extLst>
            </p:cNvPr>
            <p:cNvPicPr/>
            <p:nvPr/>
          </p:nvPicPr>
          <p:blipFill>
            <a:blip r:embed="rId2" cstate="print"/>
            <a:stretch>
              <a:fillRect/>
            </a:stretch>
          </p:blipFill>
          <p:spPr>
            <a:xfrm>
              <a:off x="813371" y="945388"/>
              <a:ext cx="5028628" cy="4495228"/>
            </a:xfrm>
            <a:prstGeom prst="rect">
              <a:avLst/>
            </a:prstGeom>
          </p:spPr>
        </p:pic>
        <p:sp>
          <p:nvSpPr>
            <p:cNvPr id="9" name="object 4">
              <a:extLst>
                <a:ext uri="{FF2B5EF4-FFF2-40B4-BE49-F238E27FC236}">
                  <a16:creationId xmlns:a16="http://schemas.microsoft.com/office/drawing/2014/main" id="{CECB6D33-678B-C3D2-B22A-CF9280FAEF67}"/>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pic>
        <p:nvPicPr>
          <p:cNvPr id="4" name="object 3">
            <a:extLst>
              <a:ext uri="{FF2B5EF4-FFF2-40B4-BE49-F238E27FC236}">
                <a16:creationId xmlns:a16="http://schemas.microsoft.com/office/drawing/2014/main" id="{3DF2DCA4-7047-1011-AB3A-B01B6D8D161F}"/>
              </a:ext>
            </a:extLst>
          </p:cNvPr>
          <p:cNvPicPr/>
          <p:nvPr/>
        </p:nvPicPr>
        <p:blipFill>
          <a:blip r:embed="rId3" cstate="print"/>
          <a:stretch>
            <a:fillRect/>
          </a:stretch>
        </p:blipFill>
        <p:spPr>
          <a:xfrm>
            <a:off x="0" y="945387"/>
            <a:ext cx="5842000" cy="4495228"/>
          </a:xfrm>
          <a:prstGeom prst="rect">
            <a:avLst/>
          </a:prstGeom>
        </p:spPr>
      </p:pic>
      <p:sp>
        <p:nvSpPr>
          <p:cNvPr id="5" name="object 4">
            <a:extLst>
              <a:ext uri="{FF2B5EF4-FFF2-40B4-BE49-F238E27FC236}">
                <a16:creationId xmlns:a16="http://schemas.microsoft.com/office/drawing/2014/main" id="{164F495E-B385-662B-9FDE-54599DDFE214}"/>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pic>
        <p:nvPicPr>
          <p:cNvPr id="3" name="図 2">
            <a:extLst>
              <a:ext uri="{FF2B5EF4-FFF2-40B4-BE49-F238E27FC236}">
                <a16:creationId xmlns:a16="http://schemas.microsoft.com/office/drawing/2014/main" id="{4162FC05-AD16-7B24-B216-B9A1ADBC59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375767"/>
            <a:ext cx="12192000" cy="482600"/>
          </a:xfrm>
          <a:prstGeom prst="rect">
            <a:avLst/>
          </a:prstGeom>
        </p:spPr>
      </p:pic>
      <p:sp>
        <p:nvSpPr>
          <p:cNvPr id="15" name="部署">
            <a:extLst>
              <a:ext uri="{FF2B5EF4-FFF2-40B4-BE49-F238E27FC236}">
                <a16:creationId xmlns:a16="http://schemas.microsoft.com/office/drawing/2014/main" id="{5A4C3E20-A39C-6AE5-0144-B24CDF210178}"/>
              </a:ext>
            </a:extLst>
          </p:cNvPr>
          <p:cNvSpPr>
            <a:spLocks noGrp="1"/>
          </p:cNvSpPr>
          <p:nvPr>
            <p:ph type="body" sz="quarter" idx="12" hasCustomPrompt="1"/>
          </p:nvPr>
        </p:nvSpPr>
        <p:spPr>
          <a:xfrm>
            <a:off x="1684563" y="3785903"/>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en-US" altLang="ja-JP"/>
              <a:t>XX</a:t>
            </a:r>
            <a:r>
              <a:rPr kumimoji="1" lang="ja-JP" altLang="en-US"/>
              <a:t>本部　</a:t>
            </a:r>
            <a:r>
              <a:rPr kumimoji="1" lang="en-US" altLang="ja-JP"/>
              <a:t>XX</a:t>
            </a:r>
            <a:r>
              <a:rPr kumimoji="1" lang="ja-JP" altLang="en-US"/>
              <a:t>部　</a:t>
            </a:r>
            <a:r>
              <a:rPr kumimoji="1" lang="en-US" altLang="ja-JP"/>
              <a:t>XX</a:t>
            </a:r>
            <a:r>
              <a:rPr kumimoji="1" lang="ja-JP" altLang="en-US"/>
              <a:t>グループ</a:t>
            </a:r>
          </a:p>
        </p:txBody>
      </p:sp>
      <p:sp>
        <p:nvSpPr>
          <p:cNvPr id="7" name="メインタイトル">
            <a:extLst>
              <a:ext uri="{FF2B5EF4-FFF2-40B4-BE49-F238E27FC236}">
                <a16:creationId xmlns:a16="http://schemas.microsoft.com/office/drawing/2014/main" id="{09ECA78D-08B5-DCBE-DF4E-62A668CC3311}"/>
              </a:ext>
            </a:extLst>
          </p:cNvPr>
          <p:cNvSpPr>
            <a:spLocks noGrp="1"/>
          </p:cNvSpPr>
          <p:nvPr>
            <p:ph type="title"/>
          </p:nvPr>
        </p:nvSpPr>
        <p:spPr>
          <a:xfrm>
            <a:off x="1684564" y="1742505"/>
            <a:ext cx="3286760" cy="1604223"/>
          </a:xfrm>
        </p:spPr>
        <p:txBody>
          <a:bodyPr anchor="ctr" anchorCtr="1">
            <a:noAutofit/>
          </a:bodyPr>
          <a:lstStyle>
            <a:lvl1pPr algn="ctr">
              <a:defRPr sz="2350" b="1" i="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13" name="サブタイトル">
            <a:extLst>
              <a:ext uri="{FF2B5EF4-FFF2-40B4-BE49-F238E27FC236}">
                <a16:creationId xmlns:a16="http://schemas.microsoft.com/office/drawing/2014/main" id="{44D4296A-6987-C785-337C-072DCB78B5D9}"/>
              </a:ext>
            </a:extLst>
          </p:cNvPr>
          <p:cNvSpPr>
            <a:spLocks noGrp="1"/>
          </p:cNvSpPr>
          <p:nvPr>
            <p:ph type="body" sz="quarter" idx="10"/>
          </p:nvPr>
        </p:nvSpPr>
        <p:spPr>
          <a:xfrm>
            <a:off x="1684565" y="1299248"/>
            <a:ext cx="3286759" cy="279049"/>
          </a:xfrm>
        </p:spPr>
        <p:txBody>
          <a:bodyPr>
            <a:noAutofit/>
          </a:bodyPr>
          <a:lstStyle>
            <a:lvl1pPr algn="ctr">
              <a:defRPr sz="1500" b="0" i="0" baseline="0">
                <a:solidFill>
                  <a:schemeClr val="bg1"/>
                </a:solidFill>
                <a:latin typeface="Segoe UI" panose="020B0502040204020203" pitchFamily="34" charset="0"/>
                <a:ea typeface="Meiryo UI" panose="020B0604030504040204" pitchFamily="34" charset="-128"/>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lvl="0"/>
            <a:r>
              <a:rPr kumimoji="1" lang="ja-JP" altLang="en-US"/>
              <a:t>マスター テキストの書式設定</a:t>
            </a:r>
          </a:p>
        </p:txBody>
      </p:sp>
      <p:pic>
        <p:nvPicPr>
          <p:cNvPr id="10" name="LOGO" descr="テキスト&#10;&#10;自動的に生成された説明">
            <a:extLst>
              <a:ext uri="{FF2B5EF4-FFF2-40B4-BE49-F238E27FC236}">
                <a16:creationId xmlns:a16="http://schemas.microsoft.com/office/drawing/2014/main" id="{2F1AB5BC-9B6B-6B25-E6D9-6033879772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11" name="object 13">
            <a:extLst>
              <a:ext uri="{FF2B5EF4-FFF2-40B4-BE49-F238E27FC236}">
                <a16:creationId xmlns:a16="http://schemas.microsoft.com/office/drawing/2014/main" id="{3FB4366F-D449-8B34-DC04-2022D1832753}"/>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12" name="object 12">
            <a:extLst>
              <a:ext uri="{FF2B5EF4-FFF2-40B4-BE49-F238E27FC236}">
                <a16:creationId xmlns:a16="http://schemas.microsoft.com/office/drawing/2014/main" id="{047A8F08-C9B5-B681-AE6A-B3501DBCC587}"/>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61842947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目次_A">
    <p:spTree>
      <p:nvGrpSpPr>
        <p:cNvPr id="1" name=""/>
        <p:cNvGrpSpPr/>
        <p:nvPr/>
      </p:nvGrpSpPr>
      <p:grpSpPr>
        <a:xfrm>
          <a:off x="0" y="0"/>
          <a:ext cx="0" cy="0"/>
          <a:chOff x="0" y="0"/>
          <a:chExt cx="0" cy="0"/>
        </a:xfrm>
      </p:grpSpPr>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4920018" y="945389"/>
            <a:ext cx="6293324" cy="4495800"/>
          </a:xfrm>
        </p:spPr>
        <p:txBody>
          <a:bodyPr>
            <a:noAutofit/>
          </a:bodyPr>
          <a:lstStyle>
            <a:lvl1pPr marL="3573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1pPr>
            <a:lvl2pPr marL="8001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2pPr>
            <a:lvl3pPr marL="12573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3pPr>
            <a:lvl4pPr marL="17145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4pPr>
            <a:lvl5pPr marL="21717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タイトル">
            <a:extLst>
              <a:ext uri="{FF2B5EF4-FFF2-40B4-BE49-F238E27FC236}">
                <a16:creationId xmlns:a16="http://schemas.microsoft.com/office/drawing/2014/main" id="{09A89F03-5E81-1E7A-45AC-470E217FDEAF}"/>
              </a:ext>
            </a:extLst>
          </p:cNvPr>
          <p:cNvSpPr>
            <a:spLocks noGrp="1"/>
          </p:cNvSpPr>
          <p:nvPr>
            <p:ph type="title"/>
          </p:nvPr>
        </p:nvSpPr>
        <p:spPr>
          <a:xfrm>
            <a:off x="1208101" y="945388"/>
            <a:ext cx="2994506" cy="4495800"/>
          </a:xfrm>
        </p:spPr>
        <p:txBody>
          <a:bodyPr anchor="ctr" anchorCtr="1">
            <a:noAutofit/>
          </a:bodyPr>
          <a:lstStyle>
            <a:lvl1pPr algn="ctr">
              <a:defRPr sz="2400" b="1" i="0" spc="0" baseline="0">
                <a:solidFill>
                  <a:schemeClr val="tx2"/>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object 2">
            <a:extLst>
              <a:ext uri="{FF2B5EF4-FFF2-40B4-BE49-F238E27FC236}">
                <a16:creationId xmlns:a16="http://schemas.microsoft.com/office/drawing/2014/main" id="{33DFCD49-E1FC-DD83-7AA3-3161AF9C0D55}"/>
              </a:ext>
            </a:extLst>
          </p:cNvPr>
          <p:cNvSpPr/>
          <p:nvPr/>
        </p:nvSpPr>
        <p:spPr>
          <a:xfrm>
            <a:off x="4571504" y="945388"/>
            <a:ext cx="25400" cy="4495800"/>
          </a:xfrm>
          <a:custGeom>
            <a:avLst/>
            <a:gdLst/>
            <a:ahLst/>
            <a:cxnLst/>
            <a:rect l="l" t="t" r="r" b="b"/>
            <a:pathLst>
              <a:path w="25400" h="4495800">
                <a:moveTo>
                  <a:pt x="25400" y="0"/>
                </a:moveTo>
                <a:lnTo>
                  <a:pt x="0" y="0"/>
                </a:lnTo>
                <a:lnTo>
                  <a:pt x="0" y="4495228"/>
                </a:lnTo>
                <a:lnTo>
                  <a:pt x="25400" y="4495228"/>
                </a:lnTo>
                <a:lnTo>
                  <a:pt x="25400" y="0"/>
                </a:lnTo>
                <a:close/>
              </a:path>
            </a:pathLst>
          </a:custGeom>
          <a:solidFill>
            <a:srgbClr val="0081CC"/>
          </a:solidFill>
        </p:spPr>
        <p:txBody>
          <a:bodyPr wrap="square" lIns="0" tIns="0" rIns="0" bIns="0" rtlCol="0"/>
          <a:lstStyle/>
          <a:p>
            <a:endParaRPr/>
          </a:p>
        </p:txBody>
      </p:sp>
      <p:pic>
        <p:nvPicPr>
          <p:cNvPr id="3" name="object 3">
            <a:extLst>
              <a:ext uri="{FF2B5EF4-FFF2-40B4-BE49-F238E27FC236}">
                <a16:creationId xmlns:a16="http://schemas.microsoft.com/office/drawing/2014/main" id="{B063A95D-A297-62F4-3F0D-416554F7E5AC}"/>
              </a:ext>
            </a:extLst>
          </p:cNvPr>
          <p:cNvPicPr/>
          <p:nvPr/>
        </p:nvPicPr>
        <p:blipFill>
          <a:blip r:embed="rId2" cstate="print"/>
          <a:stretch>
            <a:fillRect/>
          </a:stretch>
        </p:blipFill>
        <p:spPr>
          <a:xfrm>
            <a:off x="0" y="945387"/>
            <a:ext cx="813371" cy="4495228"/>
          </a:xfrm>
          <a:prstGeom prst="rect">
            <a:avLst/>
          </a:prstGeom>
        </p:spPr>
      </p:pic>
    </p:spTree>
    <p:extLst>
      <p:ext uri="{BB962C8B-B14F-4D97-AF65-F5344CB8AC3E}">
        <p14:creationId xmlns:p14="http://schemas.microsoft.com/office/powerpoint/2010/main" val="227564914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目次_B">
    <p:spTree>
      <p:nvGrpSpPr>
        <p:cNvPr id="1" name=""/>
        <p:cNvGrpSpPr/>
        <p:nvPr/>
      </p:nvGrpSpPr>
      <p:grpSpPr>
        <a:xfrm>
          <a:off x="0" y="0"/>
          <a:ext cx="0" cy="0"/>
          <a:chOff x="0" y="0"/>
          <a:chExt cx="0" cy="0"/>
        </a:xfrm>
      </p:grpSpPr>
      <p:grpSp>
        <p:nvGrpSpPr>
          <p:cNvPr id="3" name="object 2">
            <a:extLst>
              <a:ext uri="{FF2B5EF4-FFF2-40B4-BE49-F238E27FC236}">
                <a16:creationId xmlns:a16="http://schemas.microsoft.com/office/drawing/2014/main" id="{930D0121-30C1-6AA2-37A5-33F546D8DA9B}"/>
              </a:ext>
            </a:extLst>
          </p:cNvPr>
          <p:cNvGrpSpPr/>
          <p:nvPr/>
        </p:nvGrpSpPr>
        <p:grpSpPr>
          <a:xfrm>
            <a:off x="0" y="945387"/>
            <a:ext cx="4597400" cy="4495800"/>
            <a:chOff x="0" y="945387"/>
            <a:chExt cx="4597400" cy="4495800"/>
          </a:xfrm>
        </p:grpSpPr>
        <p:pic>
          <p:nvPicPr>
            <p:cNvPr id="4" name="object 3">
              <a:extLst>
                <a:ext uri="{FF2B5EF4-FFF2-40B4-BE49-F238E27FC236}">
                  <a16:creationId xmlns:a16="http://schemas.microsoft.com/office/drawing/2014/main" id="{4D5AC5A5-CDAC-4467-217B-E0D9749EBD6F}"/>
                </a:ext>
              </a:extLst>
            </p:cNvPr>
            <p:cNvPicPr/>
            <p:nvPr/>
          </p:nvPicPr>
          <p:blipFill>
            <a:blip r:embed="rId2" cstate="print"/>
            <a:stretch>
              <a:fillRect/>
            </a:stretch>
          </p:blipFill>
          <p:spPr>
            <a:xfrm>
              <a:off x="813371" y="945387"/>
              <a:ext cx="3783533" cy="4495228"/>
            </a:xfrm>
            <a:prstGeom prst="rect">
              <a:avLst/>
            </a:prstGeom>
          </p:spPr>
        </p:pic>
        <p:sp>
          <p:nvSpPr>
            <p:cNvPr id="5" name="object 4">
              <a:extLst>
                <a:ext uri="{FF2B5EF4-FFF2-40B4-BE49-F238E27FC236}">
                  <a16:creationId xmlns:a16="http://schemas.microsoft.com/office/drawing/2014/main" id="{D5E15685-ACF9-62A7-FC8B-96457352763B}"/>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4920018" y="945389"/>
            <a:ext cx="6293324" cy="4495800"/>
          </a:xfrm>
        </p:spPr>
        <p:txBody>
          <a:bodyPr>
            <a:noAutofit/>
          </a:bodyPr>
          <a:lstStyle>
            <a:lvl1pPr marL="3573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1pPr>
            <a:lvl2pPr marL="8001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2pPr>
            <a:lvl3pPr marL="12573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3pPr>
            <a:lvl4pPr marL="17145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4pPr>
            <a:lvl5pPr marL="21717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タイトル">
            <a:extLst>
              <a:ext uri="{FF2B5EF4-FFF2-40B4-BE49-F238E27FC236}">
                <a16:creationId xmlns:a16="http://schemas.microsoft.com/office/drawing/2014/main" id="{09A89F03-5E81-1E7A-45AC-470E217FDEAF}"/>
              </a:ext>
            </a:extLst>
          </p:cNvPr>
          <p:cNvSpPr>
            <a:spLocks noGrp="1"/>
          </p:cNvSpPr>
          <p:nvPr>
            <p:ph type="title"/>
          </p:nvPr>
        </p:nvSpPr>
        <p:spPr>
          <a:xfrm>
            <a:off x="1208101" y="945388"/>
            <a:ext cx="2994506" cy="4495800"/>
          </a:xfrm>
        </p:spPr>
        <p:txBody>
          <a:bodyPr anchor="ctr" anchorCtr="1">
            <a:noAutofit/>
          </a:bodyPr>
          <a:lstStyle>
            <a:lvl1pPr algn="ctr">
              <a:defRPr sz="2400" b="1" i="0" spc="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Tree>
    <p:extLst>
      <p:ext uri="{BB962C8B-B14F-4D97-AF65-F5344CB8AC3E}">
        <p14:creationId xmlns:p14="http://schemas.microsoft.com/office/powerpoint/2010/main" val="210361172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中表紙_A">
    <p:spTree>
      <p:nvGrpSpPr>
        <p:cNvPr id="1" name=""/>
        <p:cNvGrpSpPr/>
        <p:nvPr/>
      </p:nvGrpSpPr>
      <p:grpSpPr>
        <a:xfrm>
          <a:off x="0" y="0"/>
          <a:ext cx="0" cy="0"/>
          <a:chOff x="0" y="0"/>
          <a:chExt cx="0" cy="0"/>
        </a:xfrm>
      </p:grpSpPr>
      <p:sp>
        <p:nvSpPr>
          <p:cNvPr id="3" name="タイトル">
            <a:extLst>
              <a:ext uri="{FF2B5EF4-FFF2-40B4-BE49-F238E27FC236}">
                <a16:creationId xmlns:a16="http://schemas.microsoft.com/office/drawing/2014/main" id="{C7975F62-56BC-5323-200D-B3DA4BB315BF}"/>
              </a:ext>
            </a:extLst>
          </p:cNvPr>
          <p:cNvSpPr>
            <a:spLocks noGrp="1"/>
          </p:cNvSpPr>
          <p:nvPr>
            <p:ph type="title"/>
          </p:nvPr>
        </p:nvSpPr>
        <p:spPr>
          <a:xfrm>
            <a:off x="1194372" y="970788"/>
            <a:ext cx="4648199" cy="4444428"/>
          </a:xfrm>
        </p:spPr>
        <p:txBody>
          <a:bodyPr anchor="ctr" anchorCtr="0">
            <a:noAutofit/>
          </a:bodyPr>
          <a:lstStyle>
            <a:lvl1pPr algn="l">
              <a:defRPr sz="2400" b="1" i="0" spc="0" baseline="0">
                <a:solidFill>
                  <a:schemeClr val="tx2"/>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pic>
        <p:nvPicPr>
          <p:cNvPr id="2" name="object 2">
            <a:extLst>
              <a:ext uri="{FF2B5EF4-FFF2-40B4-BE49-F238E27FC236}">
                <a16:creationId xmlns:a16="http://schemas.microsoft.com/office/drawing/2014/main" id="{17AE3CFA-653A-1522-6DBF-1A5AFE2544BA}"/>
              </a:ext>
            </a:extLst>
          </p:cNvPr>
          <p:cNvPicPr/>
          <p:nvPr/>
        </p:nvPicPr>
        <p:blipFill>
          <a:blip r:embed="rId2" cstate="print"/>
          <a:stretch>
            <a:fillRect/>
          </a:stretch>
        </p:blipFill>
        <p:spPr>
          <a:xfrm>
            <a:off x="0" y="945387"/>
            <a:ext cx="813371" cy="4495228"/>
          </a:xfrm>
          <a:prstGeom prst="rect">
            <a:avLst/>
          </a:prstGeom>
        </p:spPr>
      </p:pic>
      <p:sp>
        <p:nvSpPr>
          <p:cNvPr id="4" name="object 3">
            <a:extLst>
              <a:ext uri="{FF2B5EF4-FFF2-40B4-BE49-F238E27FC236}">
                <a16:creationId xmlns:a16="http://schemas.microsoft.com/office/drawing/2014/main" id="{E4620FE6-B275-64BD-DC0C-F0BB9980B0C0}"/>
              </a:ext>
            </a:extLst>
          </p:cNvPr>
          <p:cNvSpPr/>
          <p:nvPr/>
        </p:nvSpPr>
        <p:spPr>
          <a:xfrm>
            <a:off x="1194371" y="945388"/>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
        <p:nvSpPr>
          <p:cNvPr id="5" name="object 4">
            <a:extLst>
              <a:ext uri="{FF2B5EF4-FFF2-40B4-BE49-F238E27FC236}">
                <a16:creationId xmlns:a16="http://schemas.microsoft.com/office/drawing/2014/main" id="{3B47303A-EB95-4FD9-0B03-4C15806D16EF}"/>
              </a:ext>
            </a:extLst>
          </p:cNvPr>
          <p:cNvSpPr/>
          <p:nvPr/>
        </p:nvSpPr>
        <p:spPr>
          <a:xfrm>
            <a:off x="1194371" y="5415216"/>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Tree>
    <p:extLst>
      <p:ext uri="{BB962C8B-B14F-4D97-AF65-F5344CB8AC3E}">
        <p14:creationId xmlns:p14="http://schemas.microsoft.com/office/powerpoint/2010/main" val="749053842"/>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中表紙_B">
    <p:spTree>
      <p:nvGrpSpPr>
        <p:cNvPr id="1" name=""/>
        <p:cNvGrpSpPr/>
        <p:nvPr/>
      </p:nvGrpSpPr>
      <p:grpSpPr>
        <a:xfrm>
          <a:off x="0" y="0"/>
          <a:ext cx="0" cy="0"/>
          <a:chOff x="0" y="0"/>
          <a:chExt cx="0" cy="0"/>
        </a:xfrm>
      </p:grpSpPr>
      <p:grpSp>
        <p:nvGrpSpPr>
          <p:cNvPr id="2" name="object 2">
            <a:extLst>
              <a:ext uri="{FF2B5EF4-FFF2-40B4-BE49-F238E27FC236}">
                <a16:creationId xmlns:a16="http://schemas.microsoft.com/office/drawing/2014/main" id="{79539DD8-E216-35BF-84FE-EC92636F953D}"/>
              </a:ext>
            </a:extLst>
          </p:cNvPr>
          <p:cNvGrpSpPr/>
          <p:nvPr/>
        </p:nvGrpSpPr>
        <p:grpSpPr>
          <a:xfrm>
            <a:off x="0" y="945388"/>
            <a:ext cx="5842000" cy="4495800"/>
            <a:chOff x="0" y="945388"/>
            <a:chExt cx="5842000" cy="4495800"/>
          </a:xfrm>
        </p:grpSpPr>
        <p:pic>
          <p:nvPicPr>
            <p:cNvPr id="4" name="object 3">
              <a:extLst>
                <a:ext uri="{FF2B5EF4-FFF2-40B4-BE49-F238E27FC236}">
                  <a16:creationId xmlns:a16="http://schemas.microsoft.com/office/drawing/2014/main" id="{0B57F955-76D1-A3CF-285B-113AEE3EC193}"/>
                </a:ext>
              </a:extLst>
            </p:cNvPr>
            <p:cNvPicPr/>
            <p:nvPr/>
          </p:nvPicPr>
          <p:blipFill>
            <a:blip r:embed="rId2" cstate="print"/>
            <a:stretch>
              <a:fillRect/>
            </a:stretch>
          </p:blipFill>
          <p:spPr>
            <a:xfrm>
              <a:off x="813371" y="945388"/>
              <a:ext cx="5028628" cy="4495228"/>
            </a:xfrm>
            <a:prstGeom prst="rect">
              <a:avLst/>
            </a:prstGeom>
          </p:spPr>
        </p:pic>
        <p:sp>
          <p:nvSpPr>
            <p:cNvPr id="5" name="object 4">
              <a:extLst>
                <a:ext uri="{FF2B5EF4-FFF2-40B4-BE49-F238E27FC236}">
                  <a16:creationId xmlns:a16="http://schemas.microsoft.com/office/drawing/2014/main" id="{91E80E5D-13D9-32C7-73EC-5589ECFD8066}"/>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
        <p:nvSpPr>
          <p:cNvPr id="3" name="タイトル">
            <a:extLst>
              <a:ext uri="{FF2B5EF4-FFF2-40B4-BE49-F238E27FC236}">
                <a16:creationId xmlns:a16="http://schemas.microsoft.com/office/drawing/2014/main" id="{C7975F62-56BC-5323-200D-B3DA4BB315BF}"/>
              </a:ext>
            </a:extLst>
          </p:cNvPr>
          <p:cNvSpPr>
            <a:spLocks noGrp="1"/>
          </p:cNvSpPr>
          <p:nvPr>
            <p:ph type="title"/>
          </p:nvPr>
        </p:nvSpPr>
        <p:spPr>
          <a:xfrm>
            <a:off x="1194373" y="970788"/>
            <a:ext cx="4266912" cy="4444428"/>
          </a:xfrm>
        </p:spPr>
        <p:txBody>
          <a:bodyPr anchor="ctr" anchorCtr="0">
            <a:noAutofit/>
          </a:bodyPr>
          <a:lstStyle>
            <a:lvl1pPr algn="l">
              <a:defRPr sz="2400" b="1" i="0" spc="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Tree>
    <p:extLst>
      <p:ext uri="{BB962C8B-B14F-4D97-AF65-F5344CB8AC3E}">
        <p14:creationId xmlns:p14="http://schemas.microsoft.com/office/powerpoint/2010/main" val="199199742"/>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本文_ナンバー入り">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F4399D90-F9AD-0F8F-E50F-B4D1C90D120A}"/>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ナンバー">
            <a:extLst>
              <a:ext uri="{FF2B5EF4-FFF2-40B4-BE49-F238E27FC236}">
                <a16:creationId xmlns:a16="http://schemas.microsoft.com/office/drawing/2014/main" id="{6AAD2607-9E59-DF8C-2FAD-FE389B7AD086}"/>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sp>
        <p:nvSpPr>
          <p:cNvPr id="10" name="テキスト プレースホルダー 9">
            <a:extLst>
              <a:ext uri="{FF2B5EF4-FFF2-40B4-BE49-F238E27FC236}">
                <a16:creationId xmlns:a16="http://schemas.microsoft.com/office/drawing/2014/main" id="{8E4A5D93-5270-CE6C-4495-16B8C27FC2B1}"/>
              </a:ext>
            </a:extLst>
          </p:cNvPr>
          <p:cNvSpPr>
            <a:spLocks noGrp="1"/>
          </p:cNvSpPr>
          <p:nvPr>
            <p:ph type="body" sz="quarter" idx="16"/>
          </p:nvPr>
        </p:nvSpPr>
        <p:spPr>
          <a:xfrm>
            <a:off x="982662" y="598190"/>
            <a:ext cx="10226675" cy="285463"/>
          </a:xfrm>
        </p:spPr>
        <p:txBody>
          <a:bodyPr tIns="0" bIns="0"/>
          <a:lstStyle>
            <a:lvl1pPr>
              <a:defRPr>
                <a:solidFill>
                  <a:schemeClr val="accent1"/>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1873545488"/>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本文">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81AEEF02-1BFB-3EB0-19ED-C218A8A17AE8}"/>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857DE349-559E-28B3-516B-A7100EAE585C}"/>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Tree>
    <p:extLst>
      <p:ext uri="{BB962C8B-B14F-4D97-AF65-F5344CB8AC3E}">
        <p14:creationId xmlns:p14="http://schemas.microsoft.com/office/powerpoint/2010/main" val="1797347052"/>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本文">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3" name="タイトル">
            <a:extLst>
              <a:ext uri="{FF2B5EF4-FFF2-40B4-BE49-F238E27FC236}">
                <a16:creationId xmlns:a16="http://schemas.microsoft.com/office/drawing/2014/main" id="{857DE349-559E-28B3-516B-A7100EAE585C}"/>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Tree>
    <p:extLst>
      <p:ext uri="{BB962C8B-B14F-4D97-AF65-F5344CB8AC3E}">
        <p14:creationId xmlns:p14="http://schemas.microsoft.com/office/powerpoint/2010/main" val="929747508"/>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本文_ナンバー入り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F4399D90-F9AD-0F8F-E50F-B4D1C90D120A}"/>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ナンバー">
            <a:extLst>
              <a:ext uri="{FF2B5EF4-FFF2-40B4-BE49-F238E27FC236}">
                <a16:creationId xmlns:a16="http://schemas.microsoft.com/office/drawing/2014/main" id="{6AAD2607-9E59-DF8C-2FAD-FE389B7AD086}"/>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pic>
        <p:nvPicPr>
          <p:cNvPr id="5" name="BAM_LOGO" descr="アイコン&#10;&#10;自動的に生成された説明">
            <a:extLst>
              <a:ext uri="{FF2B5EF4-FFF2-40B4-BE49-F238E27FC236}">
                <a16:creationId xmlns:a16="http://schemas.microsoft.com/office/drawing/2014/main" id="{889B3466-9022-4CEA-6D52-E95DA4D394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4291444672"/>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本文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81AEEF02-1BFB-3EB0-19ED-C218A8A17AE8}"/>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857DE349-559E-28B3-516B-A7100EAE585C}"/>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pic>
        <p:nvPicPr>
          <p:cNvPr id="5" name="BAM_LOGO" descr="アイコン&#10;&#10;自動的に生成された説明">
            <a:extLst>
              <a:ext uri="{FF2B5EF4-FFF2-40B4-BE49-F238E27FC236}">
                <a16:creationId xmlns:a16="http://schemas.microsoft.com/office/drawing/2014/main" id="{B512E199-7640-C4BF-75F5-CB2F5BEB6C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216060434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本文_白紙_BAM">
    <p:spTree>
      <p:nvGrpSpPr>
        <p:cNvPr id="1" name=""/>
        <p:cNvGrpSpPr/>
        <p:nvPr/>
      </p:nvGrpSpPr>
      <p:grpSpPr>
        <a:xfrm>
          <a:off x="0" y="0"/>
          <a:ext cx="0" cy="0"/>
          <a:chOff x="0" y="0"/>
          <a:chExt cx="0" cy="0"/>
        </a:xfrm>
      </p:grpSpPr>
      <p:pic>
        <p:nvPicPr>
          <p:cNvPr id="2" name="BAM_LOGO" descr="アイコン&#10;&#10;自動的に生成された説明">
            <a:extLst>
              <a:ext uri="{FF2B5EF4-FFF2-40B4-BE49-F238E27FC236}">
                <a16:creationId xmlns:a16="http://schemas.microsoft.com/office/drawing/2014/main" id="{4FD953A0-0DA5-5E36-2B38-54A6A9AF5D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3303074071"/>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本文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5366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7640BF-F112-4857-89C3-87CEEFBED88A}"/>
              </a:ext>
            </a:extLst>
          </p:cNvPr>
          <p:cNvSpPr>
            <a:spLocks noGrp="1"/>
          </p:cNvSpPr>
          <p:nvPr>
            <p:ph type="ctrTitle"/>
          </p:nvPr>
        </p:nvSpPr>
        <p:spPr>
          <a:xfrm>
            <a:off x="1524000" y="1663304"/>
            <a:ext cx="9144000" cy="1846659"/>
          </a:xfrm>
        </p:spPr>
        <p:txBody>
          <a:bodyPr vert="horz"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208299C-1A3C-44C5-83C3-A6FE79101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3AF48D5-20AF-443F-8C73-C2D95DB548A0}"/>
              </a:ext>
            </a:extLst>
          </p:cNvPr>
          <p:cNvSpPr>
            <a:spLocks noGrp="1"/>
          </p:cNvSpPr>
          <p:nvPr>
            <p:ph type="dt" sz="half" idx="10"/>
          </p:nvPr>
        </p:nvSpPr>
        <p:spPr/>
        <p:txBody>
          <a:bodyPr/>
          <a:lstStyle/>
          <a:p>
            <a:endParaRPr kumimoji="1" lang="ja-JP" altLang="en-US"/>
          </a:p>
        </p:txBody>
      </p:sp>
      <p:sp>
        <p:nvSpPr>
          <p:cNvPr id="5" name="フッター プレースホルダー 4">
            <a:extLst>
              <a:ext uri="{FF2B5EF4-FFF2-40B4-BE49-F238E27FC236}">
                <a16:creationId xmlns:a16="http://schemas.microsoft.com/office/drawing/2014/main" id="{EFBB676D-1620-4BF8-B5F3-D94A2268BD2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6D1D505-863F-4759-9DD4-5EBF8278F2BF}"/>
              </a:ext>
            </a:extLst>
          </p:cNvPr>
          <p:cNvSpPr>
            <a:spLocks noGrp="1"/>
          </p:cNvSpPr>
          <p:nvPr>
            <p:ph type="sldNum" sz="quarter" idx="12"/>
          </p:nvPr>
        </p:nvSpPr>
        <p:spPr/>
        <p:txBody>
          <a:bodyPr/>
          <a:lstStyle/>
          <a:p>
            <a:fld id="{6DBF3A3E-983B-4A85-9293-9745ABBE6953}" type="slidenum">
              <a:rPr kumimoji="1" lang="ja-JP" altLang="en-US" smtClean="0"/>
              <a:t>‹#›</a:t>
            </a:fld>
            <a:endParaRPr kumimoji="1" lang="ja-JP" altLang="en-US"/>
          </a:p>
        </p:txBody>
      </p:sp>
    </p:spTree>
    <p:extLst>
      <p:ext uri="{BB962C8B-B14F-4D97-AF65-F5344CB8AC3E}">
        <p14:creationId xmlns:p14="http://schemas.microsoft.com/office/powerpoint/2010/main" val="2010217548"/>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ナンバリング無し_タイトル1段">
    <p:spTree>
      <p:nvGrpSpPr>
        <p:cNvPr id="1" name=""/>
        <p:cNvGrpSpPr/>
        <p:nvPr/>
      </p:nvGrpSpPr>
      <p:grpSpPr>
        <a:xfrm>
          <a:off x="0" y="0"/>
          <a:ext cx="0" cy="0"/>
          <a:chOff x="0" y="0"/>
          <a:chExt cx="0" cy="0"/>
        </a:xfrm>
      </p:grpSpPr>
      <p:sp>
        <p:nvSpPr>
          <p:cNvPr id="13" name="タイトル 12">
            <a:extLst>
              <a:ext uri="{FF2B5EF4-FFF2-40B4-BE49-F238E27FC236}">
                <a16:creationId xmlns:a16="http://schemas.microsoft.com/office/drawing/2014/main" id="{09A89F03-5E81-1E7A-45AC-470E217FDEAF}"/>
              </a:ext>
            </a:extLst>
          </p:cNvPr>
          <p:cNvSpPr>
            <a:spLocks noGrp="1"/>
          </p:cNvSpPr>
          <p:nvPr>
            <p:ph type="title"/>
          </p:nvPr>
        </p:nvSpPr>
        <p:spPr>
          <a:xfrm>
            <a:off x="978658" y="275024"/>
            <a:ext cx="10230680" cy="323165"/>
          </a:xfrm>
        </p:spPr>
        <p:txBody>
          <a:bodyPr vert="horz"/>
          <a:lstStyle>
            <a:lvl1pPr>
              <a:defRPr sz="2100" b="1" i="0" spc="0">
                <a:solidFill>
                  <a:schemeClr val="tx2"/>
                </a:solidFill>
                <a:latin typeface="Yu Gothic" panose="020B0400000000000000" pitchFamily="34" charset="-128"/>
                <a:ea typeface="Yu Gothic" panose="020B0400000000000000" pitchFamily="34" charset="-128"/>
              </a:defRPr>
            </a:lvl1pPr>
          </a:lstStyle>
          <a:p>
            <a:pPr marL="0" marR="0" lvl="0" indent="0" defTabSz="914400" eaLnBrk="1" fontAlgn="auto" latinLnBrk="0" hangingPunct="1">
              <a:lnSpc>
                <a:spcPct val="100000"/>
              </a:lnSpc>
              <a:spcBef>
                <a:spcPts val="0"/>
              </a:spcBef>
              <a:spcAft>
                <a:spcPts val="0"/>
              </a:spcAft>
              <a:buClrTx/>
              <a:buSzTx/>
              <a:buFontTx/>
              <a:buNone/>
              <a:tabLst/>
              <a:defRPr/>
            </a:pPr>
            <a:r>
              <a:rPr lang="ja-JP" altLang="en-US" sz="2100" b="1" spc="100">
                <a:solidFill>
                  <a:srgbClr val="005295"/>
                </a:solidFill>
                <a:latin typeface="Yu Gothic" panose="020B0400000000000000" pitchFamily="34" charset="-128"/>
                <a:ea typeface="Yu Gothic" panose="020B0400000000000000" pitchFamily="34" charset="-128"/>
              </a:rPr>
              <a:t>マスター タイトルの書式設定</a:t>
            </a:r>
            <a:endParaRPr lang="ja-JP" altLang="en-US" sz="2100" b="1" spc="100">
              <a:solidFill>
                <a:srgbClr val="005295"/>
              </a:solidFill>
              <a:latin typeface="Yu Gothic" panose="020B0400000000000000" pitchFamily="34" charset="-128"/>
              <a:ea typeface="Yu Gothic" panose="020B0400000000000000" pitchFamily="34" charset="-128"/>
              <a:cs typeface="Yu Gothic Std"/>
            </a:endParaRPr>
          </a:p>
        </p:txBody>
      </p:sp>
      <p:sp>
        <p:nvSpPr>
          <p:cNvPr id="24" name="テキスト プレースホルダー 23">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2"/>
            <a:ext cx="10235442" cy="940770"/>
          </a:xfrm>
        </p:spPr>
        <p:txBody>
          <a:bodyPr>
            <a:noAutofit/>
          </a:bodyPr>
          <a:lstStyle>
            <a:lvl1pPr>
              <a:spcAft>
                <a:spcPts val="500"/>
              </a:spcAft>
              <a:defRPr sz="1600" b="0" i="0">
                <a:solidFill>
                  <a:schemeClr val="tx1"/>
                </a:solidFill>
                <a:latin typeface="游ゴシック" panose="020B0400000000000000" pitchFamily="50" charset="-128"/>
                <a:ea typeface="游ゴシック" panose="020B0400000000000000" pitchFamily="50" charset="-128"/>
              </a:defRPr>
            </a:lvl1pPr>
            <a:lvl2pPr>
              <a:spcAft>
                <a:spcPts val="500"/>
              </a:spcAft>
              <a:defRPr sz="1600" b="0" i="0">
                <a:solidFill>
                  <a:schemeClr val="tx1"/>
                </a:solidFill>
                <a:latin typeface="游ゴシック" panose="020B0400000000000000" pitchFamily="50" charset="-128"/>
                <a:ea typeface="游ゴシック" panose="020B0400000000000000" pitchFamily="50" charset="-128"/>
              </a:defRPr>
            </a:lvl2pPr>
            <a:lvl3pPr>
              <a:spcAft>
                <a:spcPts val="500"/>
              </a:spcAft>
              <a:defRPr sz="1600" b="0" i="0">
                <a:solidFill>
                  <a:schemeClr val="tx1"/>
                </a:solidFill>
                <a:latin typeface="游ゴシック" panose="020B0400000000000000" pitchFamily="50" charset="-128"/>
                <a:ea typeface="游ゴシック" panose="020B0400000000000000" pitchFamily="50"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25" name="スライド番号プレースホルダー 24">
            <a:extLst>
              <a:ext uri="{FF2B5EF4-FFF2-40B4-BE49-F238E27FC236}">
                <a16:creationId xmlns:a16="http://schemas.microsoft.com/office/drawing/2014/main" id="{C702C8A4-1373-4185-DB78-9EE30BB23D58}"/>
              </a:ext>
            </a:extLst>
          </p:cNvPr>
          <p:cNvSpPr>
            <a:spLocks noGrp="1"/>
          </p:cNvSpPr>
          <p:nvPr>
            <p:ph type="sldNum" sz="quarter" idx="12"/>
          </p:nvPr>
        </p:nvSpPr>
        <p:spPr/>
        <p:txBody>
          <a:bodyPr/>
          <a:lstStyle/>
          <a:p>
            <a:fld id="{6DBF3A3E-983B-4A85-9293-9745ABBE6953}" type="slidenum">
              <a:rPr kumimoji="1" lang="ja-JP" altLang="en-US" smtClean="0"/>
              <a:t>‹#›</a:t>
            </a:fld>
            <a:endParaRPr kumimoji="1" lang="ja-JP" altLang="en-US"/>
          </a:p>
        </p:txBody>
      </p:sp>
    </p:spTree>
    <p:extLst>
      <p:ext uri="{BB962C8B-B14F-4D97-AF65-F5344CB8AC3E}">
        <p14:creationId xmlns:p14="http://schemas.microsoft.com/office/powerpoint/2010/main" val="695101514"/>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AE3BBAF-66D3-B17B-23E4-41475878C65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21C9DC2-135F-4117-0DB9-831979037CB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88036279"/>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1_表紙_B">
    <p:spTree>
      <p:nvGrpSpPr>
        <p:cNvPr id="1" name=""/>
        <p:cNvGrpSpPr/>
        <p:nvPr/>
      </p:nvGrpSpPr>
      <p:grpSpPr>
        <a:xfrm>
          <a:off x="0" y="0"/>
          <a:ext cx="0" cy="0"/>
          <a:chOff x="0" y="0"/>
          <a:chExt cx="0" cy="0"/>
        </a:xfrm>
      </p:grpSpPr>
      <p:sp>
        <p:nvSpPr>
          <p:cNvPr id="16" name="名前">
            <a:extLst>
              <a:ext uri="{FF2B5EF4-FFF2-40B4-BE49-F238E27FC236}">
                <a16:creationId xmlns:a16="http://schemas.microsoft.com/office/drawing/2014/main" id="{43018499-C620-465D-9DB6-E8E69535AC88}"/>
              </a:ext>
            </a:extLst>
          </p:cNvPr>
          <p:cNvSpPr>
            <a:spLocks noGrp="1"/>
          </p:cNvSpPr>
          <p:nvPr>
            <p:ph type="body" sz="quarter" idx="13" hasCustomPrompt="1"/>
          </p:nvPr>
        </p:nvSpPr>
        <p:spPr>
          <a:xfrm>
            <a:off x="1684563" y="4021027"/>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ja-JP" altLang="en-US"/>
              <a:t>（役職）氏名</a:t>
            </a:r>
          </a:p>
        </p:txBody>
      </p:sp>
      <p:sp>
        <p:nvSpPr>
          <p:cNvPr id="15" name="部署">
            <a:extLst>
              <a:ext uri="{FF2B5EF4-FFF2-40B4-BE49-F238E27FC236}">
                <a16:creationId xmlns:a16="http://schemas.microsoft.com/office/drawing/2014/main" id="{5A4C3E20-A39C-6AE5-0144-B24CDF210178}"/>
              </a:ext>
            </a:extLst>
          </p:cNvPr>
          <p:cNvSpPr>
            <a:spLocks noGrp="1"/>
          </p:cNvSpPr>
          <p:nvPr>
            <p:ph type="body" sz="quarter" idx="12" hasCustomPrompt="1"/>
          </p:nvPr>
        </p:nvSpPr>
        <p:spPr>
          <a:xfrm>
            <a:off x="1684563" y="3785903"/>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en-US" altLang="ja-JP"/>
              <a:t>XX</a:t>
            </a:r>
            <a:r>
              <a:rPr kumimoji="1" lang="ja-JP" altLang="en-US"/>
              <a:t>本部　</a:t>
            </a:r>
            <a:r>
              <a:rPr kumimoji="1" lang="en-US" altLang="ja-JP"/>
              <a:t>XX</a:t>
            </a:r>
            <a:r>
              <a:rPr kumimoji="1" lang="ja-JP" altLang="en-US"/>
              <a:t>部　</a:t>
            </a:r>
            <a:r>
              <a:rPr kumimoji="1" lang="en-US" altLang="ja-JP"/>
              <a:t>XX</a:t>
            </a:r>
            <a:r>
              <a:rPr kumimoji="1" lang="ja-JP" altLang="en-US"/>
              <a:t>グループ</a:t>
            </a:r>
          </a:p>
        </p:txBody>
      </p:sp>
      <p:sp>
        <p:nvSpPr>
          <p:cNvPr id="14" name="日付">
            <a:extLst>
              <a:ext uri="{FF2B5EF4-FFF2-40B4-BE49-F238E27FC236}">
                <a16:creationId xmlns:a16="http://schemas.microsoft.com/office/drawing/2014/main" id="{2F5D6FEF-12D6-0AA9-B3B8-8DCB7AB20E7E}"/>
              </a:ext>
            </a:extLst>
          </p:cNvPr>
          <p:cNvSpPr>
            <a:spLocks noGrp="1"/>
          </p:cNvSpPr>
          <p:nvPr>
            <p:ph type="body" sz="quarter" idx="11"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2023/00/00</a:t>
            </a:r>
            <a:endParaRPr kumimoji="1" lang="ja-JP" altLang="en-US"/>
          </a:p>
        </p:txBody>
      </p:sp>
      <p:sp>
        <p:nvSpPr>
          <p:cNvPr id="7" name="メインタイトル">
            <a:extLst>
              <a:ext uri="{FF2B5EF4-FFF2-40B4-BE49-F238E27FC236}">
                <a16:creationId xmlns:a16="http://schemas.microsoft.com/office/drawing/2014/main" id="{09ECA78D-08B5-DCBE-DF4E-62A668CC3311}"/>
              </a:ext>
            </a:extLst>
          </p:cNvPr>
          <p:cNvSpPr>
            <a:spLocks noGrp="1"/>
          </p:cNvSpPr>
          <p:nvPr>
            <p:ph type="title"/>
          </p:nvPr>
        </p:nvSpPr>
        <p:spPr>
          <a:xfrm>
            <a:off x="1684564" y="1742505"/>
            <a:ext cx="3286760" cy="1604223"/>
          </a:xfrm>
        </p:spPr>
        <p:txBody>
          <a:bodyPr anchor="ctr" anchorCtr="1">
            <a:noAutofit/>
          </a:bodyPr>
          <a:lstStyle>
            <a:lvl1pPr algn="ctr">
              <a:defRPr sz="2350" b="1" i="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13" name="サブタイトル">
            <a:extLst>
              <a:ext uri="{FF2B5EF4-FFF2-40B4-BE49-F238E27FC236}">
                <a16:creationId xmlns:a16="http://schemas.microsoft.com/office/drawing/2014/main" id="{44D4296A-6987-C785-337C-072DCB78B5D9}"/>
              </a:ext>
            </a:extLst>
          </p:cNvPr>
          <p:cNvSpPr>
            <a:spLocks noGrp="1"/>
          </p:cNvSpPr>
          <p:nvPr>
            <p:ph type="body" sz="quarter" idx="10"/>
          </p:nvPr>
        </p:nvSpPr>
        <p:spPr>
          <a:xfrm>
            <a:off x="1684565" y="1299248"/>
            <a:ext cx="3286759" cy="279049"/>
          </a:xfrm>
        </p:spPr>
        <p:txBody>
          <a:bodyPr>
            <a:noAutofit/>
          </a:bodyPr>
          <a:lstStyle>
            <a:lvl1pPr algn="ctr">
              <a:defRPr sz="1500" b="0" i="0" baseline="0">
                <a:solidFill>
                  <a:schemeClr val="bg1"/>
                </a:solidFill>
                <a:latin typeface="Segoe UI" panose="020B0502040204020203" pitchFamily="34" charset="0"/>
                <a:ea typeface="Meiryo UI" panose="020B0604030504040204" pitchFamily="34" charset="-128"/>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lvl="0"/>
            <a:r>
              <a:rPr kumimoji="1" lang="ja-JP" altLang="en-US"/>
              <a:t>マスター テキストの書式設定</a:t>
            </a:r>
          </a:p>
        </p:txBody>
      </p:sp>
    </p:spTree>
    <p:extLst>
      <p:ext uri="{BB962C8B-B14F-4D97-AF65-F5344CB8AC3E}">
        <p14:creationId xmlns:p14="http://schemas.microsoft.com/office/powerpoint/2010/main" val="850446900"/>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Body with Number">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5" name="本文">
            <a:extLst>
              <a:ext uri="{FF2B5EF4-FFF2-40B4-BE49-F238E27FC236}">
                <a16:creationId xmlns:a16="http://schemas.microsoft.com/office/drawing/2014/main" id="{A3306673-5D8E-18CA-35ED-26F0E7522503}"/>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8" name="タイトル">
            <a:extLst>
              <a:ext uri="{FF2B5EF4-FFF2-40B4-BE49-F238E27FC236}">
                <a16:creationId xmlns:a16="http://schemas.microsoft.com/office/drawing/2014/main" id="{15CE4436-A8BD-3424-5B75-1ECBFCD1FF3D}"/>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sp>
        <p:nvSpPr>
          <p:cNvPr id="2" name="ナンバー">
            <a:extLst>
              <a:ext uri="{FF2B5EF4-FFF2-40B4-BE49-F238E27FC236}">
                <a16:creationId xmlns:a16="http://schemas.microsoft.com/office/drawing/2014/main" id="{4151988A-B2B4-8AB6-7412-6920A9F45684}"/>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sp>
        <p:nvSpPr>
          <p:cNvPr id="3" name="object 111">
            <a:extLst>
              <a:ext uri="{FF2B5EF4-FFF2-40B4-BE49-F238E27FC236}">
                <a16:creationId xmlns:a16="http://schemas.microsoft.com/office/drawing/2014/main" id="{729C426B-E12A-0774-1837-1A74E7588918}"/>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Tree>
    <p:extLst>
      <p:ext uri="{BB962C8B-B14F-4D97-AF65-F5344CB8AC3E}">
        <p14:creationId xmlns:p14="http://schemas.microsoft.com/office/powerpoint/2010/main" val="26772810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1_本文_ナンバー入り">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913F870C-A870-653E-6E09-B7FC3B9BB72B}"/>
              </a:ext>
            </a:extLst>
          </p:cNvPr>
          <p:cNvGraphicFramePr>
            <a:graphicFrameLocks noChangeAspect="1"/>
          </p:cNvGraphicFramePr>
          <p:nvPr>
            <p:custDataLst>
              <p:tags r:id="rId1"/>
            </p:custDataLst>
            <p:extLst>
              <p:ext uri="{D42A27DB-BD31-4B8C-83A1-F6EECF244321}">
                <p14:modId xmlns:p14="http://schemas.microsoft.com/office/powerpoint/2010/main" val="26927584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10" name="think-cell data - do not delete" hidden="1">
                        <a:extLst>
                          <a:ext uri="{FF2B5EF4-FFF2-40B4-BE49-F238E27FC236}">
                            <a16:creationId xmlns:a16="http://schemas.microsoft.com/office/drawing/2014/main" id="{913F870C-A870-653E-6E09-B7FC3B9BB72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mn-lt"/>
                <a:ea typeface="Meiryo UI" panose="020B0604030504040204" pitchFamily="34" charset="-128"/>
              </a:defRPr>
            </a:lvl1pPr>
            <a:lvl2pPr>
              <a:spcAft>
                <a:spcPts val="500"/>
              </a:spcAft>
              <a:defRPr sz="1600" b="0" i="0" baseline="0">
                <a:solidFill>
                  <a:schemeClr val="tx1"/>
                </a:solidFill>
                <a:latin typeface="+mn-lt"/>
                <a:ea typeface="Meiryo UI" panose="020B0604030504040204" pitchFamily="34" charset="-128"/>
              </a:defRPr>
            </a:lvl2pPr>
            <a:lvl3pPr>
              <a:spcAft>
                <a:spcPts val="500"/>
              </a:spcAft>
              <a:defRPr sz="1600" b="0" i="0" baseline="0">
                <a:solidFill>
                  <a:schemeClr val="tx1"/>
                </a:solidFill>
                <a:latin typeface="+mn-lt"/>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F4399D90-F9AD-0F8F-E50F-B4D1C90D120A}"/>
              </a:ext>
            </a:extLst>
          </p:cNvPr>
          <p:cNvSpPr>
            <a:spLocks noGrp="1"/>
          </p:cNvSpPr>
          <p:nvPr>
            <p:ph type="title"/>
          </p:nvPr>
        </p:nvSpPr>
        <p:spPr>
          <a:xfrm>
            <a:off x="978658" y="275024"/>
            <a:ext cx="10235442" cy="323165"/>
          </a:xfrm>
        </p:spPr>
        <p:txBody>
          <a:bodyPr vert="horz">
            <a:noAutofit/>
          </a:bodyPr>
          <a:lstStyle>
            <a:lvl1pPr>
              <a:defRPr sz="2100" b="1" i="0" spc="0" baseline="0">
                <a:latin typeface="+mn-lt"/>
                <a:ea typeface="Meiryo UI" panose="020B0604030504040204" pitchFamily="34" charset="-128"/>
              </a:defRPr>
            </a:lvl1pPr>
          </a:lstStyle>
          <a:p>
            <a:r>
              <a:rPr kumimoji="1" lang="ja-JP" altLang="en-US"/>
              <a:t>マスター タイトルの書式設定</a:t>
            </a:r>
          </a:p>
        </p:txBody>
      </p:sp>
      <p:grpSp>
        <p:nvGrpSpPr>
          <p:cNvPr id="6" name="グループ化 5">
            <a:extLst>
              <a:ext uri="{FF2B5EF4-FFF2-40B4-BE49-F238E27FC236}">
                <a16:creationId xmlns:a16="http://schemas.microsoft.com/office/drawing/2014/main" id="{B9D2D1E6-BB00-0971-DA63-5AB5268A8F9E}"/>
              </a:ext>
            </a:extLst>
          </p:cNvPr>
          <p:cNvGrpSpPr/>
          <p:nvPr/>
        </p:nvGrpSpPr>
        <p:grpSpPr>
          <a:xfrm>
            <a:off x="0" y="0"/>
            <a:ext cx="813371" cy="848579"/>
            <a:chOff x="0" y="0"/>
            <a:chExt cx="813371" cy="848579"/>
          </a:xfrm>
        </p:grpSpPr>
        <p:pic>
          <p:nvPicPr>
            <p:cNvPr id="7" name="object 3">
              <a:extLst>
                <a:ext uri="{FF2B5EF4-FFF2-40B4-BE49-F238E27FC236}">
                  <a16:creationId xmlns:a16="http://schemas.microsoft.com/office/drawing/2014/main" id="{170ECB4B-EED2-A5E3-7874-B78195A5366D}"/>
                </a:ext>
              </a:extLst>
            </p:cNvPr>
            <p:cNvPicPr/>
            <p:nvPr/>
          </p:nvPicPr>
          <p:blipFill>
            <a:blip r:embed="rId5" cstate="print"/>
            <a:stretch>
              <a:fillRect/>
            </a:stretch>
          </p:blipFill>
          <p:spPr>
            <a:xfrm>
              <a:off x="0" y="0"/>
              <a:ext cx="813371" cy="848579"/>
            </a:xfrm>
            <a:prstGeom prst="rect">
              <a:avLst/>
            </a:prstGeom>
          </p:spPr>
        </p:pic>
        <p:sp>
          <p:nvSpPr>
            <p:cNvPr id="8" name="タイトル 3">
              <a:extLst>
                <a:ext uri="{FF2B5EF4-FFF2-40B4-BE49-F238E27FC236}">
                  <a16:creationId xmlns:a16="http://schemas.microsoft.com/office/drawing/2014/main" id="{0D5438A2-51A2-1399-B828-BD791A917B65}"/>
                </a:ext>
              </a:extLst>
            </p:cNvPr>
            <p:cNvSpPr txBox="1">
              <a:spLocks/>
            </p:cNvSpPr>
            <p:nvPr/>
          </p:nvSpPr>
          <p:spPr>
            <a:xfrm>
              <a:off x="0" y="0"/>
              <a:ext cx="813371" cy="848579"/>
            </a:xfrm>
            <a:prstGeom prst="rect">
              <a:avLst/>
            </a:prstGeom>
          </p:spPr>
          <p:txBody>
            <a:bodyPr wrap="square" lIns="0" tIns="0" rIns="0" bIns="0" anchor="ctr">
              <a:noAutofit/>
            </a:bodyPr>
            <a:lstStyle>
              <a:lvl1pPr eaLnBrk="1" hangingPunct="1">
                <a:defRPr kumimoji="1" sz="2100" b="1" i="0" cap="none" spc="0" baseline="0">
                  <a:solidFill>
                    <a:srgbClr val="005295"/>
                  </a:solidFill>
                  <a:latin typeface="Segoe UI" panose="020B0502040204020203" pitchFamily="34" charset="0"/>
                  <a:ea typeface="Meiryo UI" panose="020B0604030504040204" pitchFamily="34" charset="-128"/>
                  <a:cs typeface="YuGothicStd-L"/>
                </a:defRPr>
              </a:lvl1pPr>
            </a:lstStyle>
            <a:p>
              <a:pPr algn="ctr"/>
              <a:endParaRPr lang="ja-JP" altLang="en-US" sz="4000" b="0">
                <a:solidFill>
                  <a:schemeClr val="bg1"/>
                </a:solidFill>
                <a:latin typeface="+mn-lt"/>
                <a:ea typeface="游ゴシック Medium" panose="020B0500000000000000" pitchFamily="50" charset="-128"/>
                <a:cs typeface="Calibri" panose="020F0502020204030204" pitchFamily="34" charset="0"/>
              </a:endParaRPr>
            </a:p>
          </p:txBody>
        </p:sp>
      </p:grpSp>
    </p:spTree>
    <p:extLst>
      <p:ext uri="{BB962C8B-B14F-4D97-AF65-F5344CB8AC3E}">
        <p14:creationId xmlns:p14="http://schemas.microsoft.com/office/powerpoint/2010/main" val="1631906238"/>
      </p:ext>
    </p:extLst>
  </p:cSld>
  <p:clrMapOvr>
    <a:masterClrMapping/>
  </p:clrMapOvr>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ver_A">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F34908D8-2D21-AC46-D7DE-B64652E241A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図 2">
            <a:extLst>
              <a:ext uri="{FF2B5EF4-FFF2-40B4-BE49-F238E27FC236}">
                <a16:creationId xmlns:a16="http://schemas.microsoft.com/office/drawing/2014/main" id="{374F46A1-0617-7162-CBCD-F0187AB224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375400"/>
            <a:ext cx="12192000" cy="482600"/>
          </a:xfrm>
          <a:prstGeom prst="rect">
            <a:avLst/>
          </a:prstGeom>
        </p:spPr>
      </p:pic>
      <p:pic>
        <p:nvPicPr>
          <p:cNvPr id="4" name="LOGO" descr="ロゴ&#10;&#10;自動的に生成された説明">
            <a:extLst>
              <a:ext uri="{FF2B5EF4-FFF2-40B4-BE49-F238E27FC236}">
                <a16:creationId xmlns:a16="http://schemas.microsoft.com/office/drawing/2014/main" id="{C9DDBD28-4A1D-B549-B659-E15C5845A8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9114" y="4540937"/>
            <a:ext cx="777105" cy="400209"/>
          </a:xfrm>
          <a:prstGeom prst="rect">
            <a:avLst/>
          </a:prstGeom>
        </p:spPr>
      </p:pic>
      <p:sp>
        <p:nvSpPr>
          <p:cNvPr id="17" name="名前">
            <a:extLst>
              <a:ext uri="{FF2B5EF4-FFF2-40B4-BE49-F238E27FC236}">
                <a16:creationId xmlns:a16="http://schemas.microsoft.com/office/drawing/2014/main" id="{DE91B62D-7F9F-8DFC-A0F5-0D31A1841799}"/>
              </a:ext>
            </a:extLst>
          </p:cNvPr>
          <p:cNvSpPr>
            <a:spLocks noGrp="1"/>
          </p:cNvSpPr>
          <p:nvPr>
            <p:ph type="body" sz="quarter" idx="15" hasCustomPrompt="1"/>
          </p:nvPr>
        </p:nvSpPr>
        <p:spPr>
          <a:xfrm>
            <a:off x="1684563" y="4021027"/>
            <a:ext cx="3286760" cy="222690"/>
          </a:xfrm>
        </p:spPr>
        <p:txBody>
          <a:bodyPr/>
          <a:lstStyle>
            <a:lvl1pPr algn="ctr">
              <a:defRPr sz="1200" baseline="0">
                <a:solidFill>
                  <a:schemeClr val="bg1"/>
                </a:solidFill>
                <a:latin typeface="Segoe UI" panose="020B0502040204020203" pitchFamily="34" charset="0"/>
              </a:defRPr>
            </a:lvl1pPr>
          </a:lstStyle>
          <a:p>
            <a:pPr lvl="0"/>
            <a:r>
              <a:rPr kumimoji="1" lang="en-US" altLang="ja-JP"/>
              <a:t>Name</a:t>
            </a:r>
            <a:endParaRPr kumimoji="1" lang="ja-JP" altLang="en-US"/>
          </a:p>
        </p:txBody>
      </p:sp>
      <p:sp>
        <p:nvSpPr>
          <p:cNvPr id="18" name="部署">
            <a:extLst>
              <a:ext uri="{FF2B5EF4-FFF2-40B4-BE49-F238E27FC236}">
                <a16:creationId xmlns:a16="http://schemas.microsoft.com/office/drawing/2014/main" id="{6B6236CC-9EAA-4A0C-BF22-2D42F275492B}"/>
              </a:ext>
            </a:extLst>
          </p:cNvPr>
          <p:cNvSpPr>
            <a:spLocks noGrp="1"/>
          </p:cNvSpPr>
          <p:nvPr>
            <p:ph type="body" sz="quarter" idx="14" hasCustomPrompt="1"/>
          </p:nvPr>
        </p:nvSpPr>
        <p:spPr>
          <a:xfrm>
            <a:off x="1684563" y="3785903"/>
            <a:ext cx="3286760" cy="222690"/>
          </a:xfrm>
        </p:spPr>
        <p:txBody>
          <a:bodyPr/>
          <a:lstStyle>
            <a:lvl1pPr algn="ctr">
              <a:defRPr sz="1200" baseline="0">
                <a:solidFill>
                  <a:schemeClr val="bg1"/>
                </a:solidFill>
                <a:latin typeface="Segoe UI" panose="020B0502040204020203" pitchFamily="34" charset="0"/>
                <a:ea typeface="Meiryo UI" panose="020B0604030504040204" pitchFamily="50" charset="-128"/>
              </a:defRPr>
            </a:lvl1pPr>
          </a:lstStyle>
          <a:p>
            <a:pPr lvl="0"/>
            <a:r>
              <a:rPr kumimoji="1" lang="en-US" altLang="ja-JP"/>
              <a:t>Division</a:t>
            </a:r>
            <a:endParaRPr kumimoji="1" lang="ja-JP" altLang="en-US"/>
          </a:p>
        </p:txBody>
      </p:sp>
      <p:sp>
        <p:nvSpPr>
          <p:cNvPr id="19" name="日付">
            <a:extLst>
              <a:ext uri="{FF2B5EF4-FFF2-40B4-BE49-F238E27FC236}">
                <a16:creationId xmlns:a16="http://schemas.microsoft.com/office/drawing/2014/main" id="{3C4B6358-57C2-0890-38DB-E948C63C06BD}"/>
              </a:ext>
            </a:extLst>
          </p:cNvPr>
          <p:cNvSpPr>
            <a:spLocks noGrp="1"/>
          </p:cNvSpPr>
          <p:nvPr>
            <p:ph type="body" sz="quarter" idx="13"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Yu Gothic Medium" panose="020B0400000000000000" pitchFamily="34"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2023/00/00</a:t>
            </a:r>
            <a:endParaRPr kumimoji="1" lang="ja-JP" altLang="en-US"/>
          </a:p>
        </p:txBody>
      </p:sp>
      <p:sp>
        <p:nvSpPr>
          <p:cNvPr id="20" name="メインタイトル">
            <a:extLst>
              <a:ext uri="{FF2B5EF4-FFF2-40B4-BE49-F238E27FC236}">
                <a16:creationId xmlns:a16="http://schemas.microsoft.com/office/drawing/2014/main" id="{40CC0620-BD14-3D8A-A1DA-0AC3012B591B}"/>
              </a:ext>
            </a:extLst>
          </p:cNvPr>
          <p:cNvSpPr>
            <a:spLocks noGrp="1"/>
          </p:cNvSpPr>
          <p:nvPr>
            <p:ph type="title" hasCustomPrompt="1"/>
          </p:nvPr>
        </p:nvSpPr>
        <p:spPr>
          <a:xfrm>
            <a:off x="1684564" y="1742505"/>
            <a:ext cx="3286760" cy="1604211"/>
          </a:xfrm>
        </p:spPr>
        <p:txBody>
          <a:bodyPr anchor="ctr" anchorCtr="1">
            <a:noAutofit/>
          </a:bodyPr>
          <a:lstStyle>
            <a:lvl1pPr algn="ctr">
              <a:defRPr sz="2200" b="1" i="0" baseline="0">
                <a:solidFill>
                  <a:schemeClr val="bg1"/>
                </a:solidFill>
                <a:latin typeface="Segoe UI" panose="020B0502040204020203" pitchFamily="34" charset="0"/>
                <a:ea typeface="Yu Gothic" panose="020B0400000000000000" pitchFamily="34" charset="-128"/>
                <a:cs typeface="Segoe UI" panose="020B0502040204020203" pitchFamily="34" charset="0"/>
              </a:defRPr>
            </a:lvl1pPr>
          </a:lstStyle>
          <a:p>
            <a:r>
              <a:rPr kumimoji="1" lang="en-US" altLang="ja-JP"/>
              <a:t>Title text</a:t>
            </a:r>
            <a:br>
              <a:rPr kumimoji="1" lang="en-US" altLang="ja-JP"/>
            </a:br>
            <a:r>
              <a:rPr kumimoji="1" lang="en-US" altLang="ja-JP"/>
              <a:t>Title text</a:t>
            </a:r>
            <a:r>
              <a:rPr kumimoji="1" lang="ja-JP" altLang="en-US"/>
              <a:t> </a:t>
            </a:r>
          </a:p>
        </p:txBody>
      </p:sp>
      <p:sp>
        <p:nvSpPr>
          <p:cNvPr id="21" name="サブタイトル">
            <a:extLst>
              <a:ext uri="{FF2B5EF4-FFF2-40B4-BE49-F238E27FC236}">
                <a16:creationId xmlns:a16="http://schemas.microsoft.com/office/drawing/2014/main" id="{89FA2FD5-56A6-B2D9-BC63-D44F9AD3E4BB}"/>
              </a:ext>
            </a:extLst>
          </p:cNvPr>
          <p:cNvSpPr>
            <a:spLocks noGrp="1"/>
          </p:cNvSpPr>
          <p:nvPr>
            <p:ph type="body" sz="quarter" idx="10" hasCustomPrompt="1"/>
          </p:nvPr>
        </p:nvSpPr>
        <p:spPr>
          <a:xfrm>
            <a:off x="1684564" y="1299247"/>
            <a:ext cx="3286759" cy="279050"/>
          </a:xfrm>
        </p:spPr>
        <p:txBody>
          <a:bodyPr anchor="b" anchorCtr="0">
            <a:noAutofit/>
          </a:bodyPr>
          <a:lstStyle>
            <a:lvl1pPr algn="ctr">
              <a:lnSpc>
                <a:spcPct val="120000"/>
              </a:lnSpc>
              <a:spcBef>
                <a:spcPts val="0"/>
              </a:spcBef>
              <a:defRPr sz="1500" b="0" i="0" baseline="0">
                <a:solidFill>
                  <a:schemeClr val="bg1"/>
                </a:solidFill>
                <a:latin typeface="Segoe UI" panose="020B0502040204020203" pitchFamily="34" charset="0"/>
                <a:cs typeface="Segoe UI" panose="020B0502040204020203" pitchFamily="34" charset="0"/>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marL="14400" marR="0" lvl="0" indent="0" algn="ctr" defTabSz="914400" eaLnBrk="1" fontAlgn="auto" latinLnBrk="0" hangingPunct="1">
              <a:lnSpc>
                <a:spcPct val="130000"/>
              </a:lnSpc>
              <a:spcBef>
                <a:spcPts val="100"/>
              </a:spcBef>
              <a:spcAft>
                <a:spcPts val="0"/>
              </a:spcAft>
              <a:buClrTx/>
              <a:buSzTx/>
              <a:buFontTx/>
              <a:buNone/>
              <a:tabLst/>
              <a:defRPr/>
            </a:pPr>
            <a:r>
              <a:rPr kumimoji="1" lang="en-US" altLang="ja-JP"/>
              <a:t>Sample text Sample text</a:t>
            </a:r>
            <a:endParaRPr kumimoji="1" lang="ja-JP" altLang="en-US"/>
          </a:p>
        </p:txBody>
      </p:sp>
      <p:sp>
        <p:nvSpPr>
          <p:cNvPr id="5" name="object 13">
            <a:extLst>
              <a:ext uri="{FF2B5EF4-FFF2-40B4-BE49-F238E27FC236}">
                <a16:creationId xmlns:a16="http://schemas.microsoft.com/office/drawing/2014/main" id="{5B3C4D2C-E780-821E-5AB5-5D5CCBF07565}"/>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6" name="object 12">
            <a:extLst>
              <a:ext uri="{FF2B5EF4-FFF2-40B4-BE49-F238E27FC236}">
                <a16:creationId xmlns:a16="http://schemas.microsoft.com/office/drawing/2014/main" id="{5BD419E3-5E77-1D20-BBA3-CEE8FCD81350}"/>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25104195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ver_B">
    <p:spTree>
      <p:nvGrpSpPr>
        <p:cNvPr id="1" name=""/>
        <p:cNvGrpSpPr/>
        <p:nvPr/>
      </p:nvGrpSpPr>
      <p:grpSpPr>
        <a:xfrm>
          <a:off x="0" y="0"/>
          <a:ext cx="0" cy="0"/>
          <a:chOff x="0" y="0"/>
          <a:chExt cx="0" cy="0"/>
        </a:xfrm>
      </p:grpSpPr>
      <p:pic>
        <p:nvPicPr>
          <p:cNvPr id="7" name="object 3">
            <a:extLst>
              <a:ext uri="{FF2B5EF4-FFF2-40B4-BE49-F238E27FC236}">
                <a16:creationId xmlns:a16="http://schemas.microsoft.com/office/drawing/2014/main" id="{852D91D9-CEFA-6183-771C-8DC7176942EE}"/>
              </a:ext>
            </a:extLst>
          </p:cNvPr>
          <p:cNvPicPr/>
          <p:nvPr/>
        </p:nvPicPr>
        <p:blipFill>
          <a:blip r:embed="rId2" cstate="print"/>
          <a:stretch>
            <a:fillRect/>
          </a:stretch>
        </p:blipFill>
        <p:spPr>
          <a:xfrm>
            <a:off x="0" y="945387"/>
            <a:ext cx="5842000" cy="4495228"/>
          </a:xfrm>
          <a:prstGeom prst="rect">
            <a:avLst/>
          </a:prstGeom>
        </p:spPr>
      </p:pic>
      <p:sp>
        <p:nvSpPr>
          <p:cNvPr id="8" name="object 4">
            <a:extLst>
              <a:ext uri="{FF2B5EF4-FFF2-40B4-BE49-F238E27FC236}">
                <a16:creationId xmlns:a16="http://schemas.microsoft.com/office/drawing/2014/main" id="{134DE87E-8606-29F6-436A-BC408CFA12E7}"/>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pic>
        <p:nvPicPr>
          <p:cNvPr id="3" name="図 2">
            <a:extLst>
              <a:ext uri="{FF2B5EF4-FFF2-40B4-BE49-F238E27FC236}">
                <a16:creationId xmlns:a16="http://schemas.microsoft.com/office/drawing/2014/main" id="{374F46A1-0617-7162-CBCD-F0187AB224E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375400"/>
            <a:ext cx="12192000" cy="482600"/>
          </a:xfrm>
          <a:prstGeom prst="rect">
            <a:avLst/>
          </a:prstGeom>
        </p:spPr>
      </p:pic>
      <p:pic>
        <p:nvPicPr>
          <p:cNvPr id="4" name="LOGO" descr="ロゴ&#10;&#10;自動的に生成された説明">
            <a:extLst>
              <a:ext uri="{FF2B5EF4-FFF2-40B4-BE49-F238E27FC236}">
                <a16:creationId xmlns:a16="http://schemas.microsoft.com/office/drawing/2014/main" id="{C9DDBD28-4A1D-B549-B659-E15C5845A8F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9114" y="4540937"/>
            <a:ext cx="777105" cy="400209"/>
          </a:xfrm>
          <a:prstGeom prst="rect">
            <a:avLst/>
          </a:prstGeom>
        </p:spPr>
      </p:pic>
      <p:sp>
        <p:nvSpPr>
          <p:cNvPr id="17" name="名前">
            <a:extLst>
              <a:ext uri="{FF2B5EF4-FFF2-40B4-BE49-F238E27FC236}">
                <a16:creationId xmlns:a16="http://schemas.microsoft.com/office/drawing/2014/main" id="{DE91B62D-7F9F-8DFC-A0F5-0D31A1841799}"/>
              </a:ext>
            </a:extLst>
          </p:cNvPr>
          <p:cNvSpPr>
            <a:spLocks noGrp="1"/>
          </p:cNvSpPr>
          <p:nvPr>
            <p:ph type="body" sz="quarter" idx="15" hasCustomPrompt="1"/>
          </p:nvPr>
        </p:nvSpPr>
        <p:spPr>
          <a:xfrm>
            <a:off x="1684563" y="4021027"/>
            <a:ext cx="3286760" cy="222690"/>
          </a:xfrm>
        </p:spPr>
        <p:txBody>
          <a:bodyPr/>
          <a:lstStyle>
            <a:lvl1pPr algn="ctr">
              <a:defRPr sz="1200" baseline="0">
                <a:solidFill>
                  <a:schemeClr val="bg1"/>
                </a:solidFill>
                <a:ea typeface="Meiryo UI" panose="020B0604030504040204" pitchFamily="50" charset="-128"/>
              </a:defRPr>
            </a:lvl1pPr>
          </a:lstStyle>
          <a:p>
            <a:pPr lvl="0"/>
            <a:r>
              <a:rPr kumimoji="1" lang="en-US" altLang="ja-JP"/>
              <a:t>Name</a:t>
            </a:r>
            <a:endParaRPr kumimoji="1" lang="ja-JP" altLang="en-US"/>
          </a:p>
        </p:txBody>
      </p:sp>
      <p:sp>
        <p:nvSpPr>
          <p:cNvPr id="18" name="部署">
            <a:extLst>
              <a:ext uri="{FF2B5EF4-FFF2-40B4-BE49-F238E27FC236}">
                <a16:creationId xmlns:a16="http://schemas.microsoft.com/office/drawing/2014/main" id="{6B6236CC-9EAA-4A0C-BF22-2D42F275492B}"/>
              </a:ext>
            </a:extLst>
          </p:cNvPr>
          <p:cNvSpPr>
            <a:spLocks noGrp="1"/>
          </p:cNvSpPr>
          <p:nvPr>
            <p:ph type="body" sz="quarter" idx="14" hasCustomPrompt="1"/>
          </p:nvPr>
        </p:nvSpPr>
        <p:spPr>
          <a:xfrm>
            <a:off x="1684563" y="3785903"/>
            <a:ext cx="3286760" cy="222690"/>
          </a:xfrm>
        </p:spPr>
        <p:txBody>
          <a:bodyPr/>
          <a:lstStyle>
            <a:lvl1pPr algn="ctr">
              <a:defRPr sz="1200" baseline="0">
                <a:solidFill>
                  <a:schemeClr val="bg1"/>
                </a:solidFill>
                <a:ea typeface="Meiryo UI" panose="020B0604030504040204" pitchFamily="50" charset="-128"/>
              </a:defRPr>
            </a:lvl1pPr>
          </a:lstStyle>
          <a:p>
            <a:pPr lvl="0"/>
            <a:r>
              <a:rPr kumimoji="1" lang="en-US" altLang="ja-JP"/>
              <a:t>Division</a:t>
            </a:r>
            <a:endParaRPr kumimoji="1" lang="ja-JP" altLang="en-US"/>
          </a:p>
        </p:txBody>
      </p:sp>
      <p:sp>
        <p:nvSpPr>
          <p:cNvPr id="19" name="日付">
            <a:extLst>
              <a:ext uri="{FF2B5EF4-FFF2-40B4-BE49-F238E27FC236}">
                <a16:creationId xmlns:a16="http://schemas.microsoft.com/office/drawing/2014/main" id="{3C4B6358-57C2-0890-38DB-E948C63C06BD}"/>
              </a:ext>
            </a:extLst>
          </p:cNvPr>
          <p:cNvSpPr>
            <a:spLocks noGrp="1"/>
          </p:cNvSpPr>
          <p:nvPr>
            <p:ph type="body" sz="quarter" idx="13"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2023/00/00</a:t>
            </a:r>
            <a:endParaRPr kumimoji="1" lang="ja-JP" altLang="en-US"/>
          </a:p>
        </p:txBody>
      </p:sp>
      <p:sp>
        <p:nvSpPr>
          <p:cNvPr id="20" name="メインタイトル">
            <a:extLst>
              <a:ext uri="{FF2B5EF4-FFF2-40B4-BE49-F238E27FC236}">
                <a16:creationId xmlns:a16="http://schemas.microsoft.com/office/drawing/2014/main" id="{40CC0620-BD14-3D8A-A1DA-0AC3012B591B}"/>
              </a:ext>
            </a:extLst>
          </p:cNvPr>
          <p:cNvSpPr>
            <a:spLocks noGrp="1"/>
          </p:cNvSpPr>
          <p:nvPr>
            <p:ph type="title" hasCustomPrompt="1"/>
          </p:nvPr>
        </p:nvSpPr>
        <p:spPr>
          <a:xfrm>
            <a:off x="1684564" y="1742505"/>
            <a:ext cx="3286760" cy="1604211"/>
          </a:xfrm>
        </p:spPr>
        <p:txBody>
          <a:bodyPr anchor="ctr" anchorCtr="1">
            <a:noAutofit/>
          </a:bodyPr>
          <a:lstStyle>
            <a:lvl1pPr algn="ctr">
              <a:defRPr sz="2200" b="1" i="0" baseline="0">
                <a:solidFill>
                  <a:schemeClr val="bg1"/>
                </a:solidFill>
                <a:latin typeface="Segoe UI" panose="020B0502040204020203" pitchFamily="34" charset="0"/>
                <a:ea typeface="Yu Gothic" panose="020B0400000000000000" pitchFamily="34" charset="-128"/>
                <a:cs typeface="Segoe UI" panose="020B0502040204020203" pitchFamily="34" charset="0"/>
              </a:defRPr>
            </a:lvl1pPr>
          </a:lstStyle>
          <a:p>
            <a:r>
              <a:rPr kumimoji="1" lang="en-US" altLang="ja-JP"/>
              <a:t>Title text</a:t>
            </a:r>
            <a:br>
              <a:rPr kumimoji="1" lang="en-US" altLang="ja-JP"/>
            </a:br>
            <a:r>
              <a:rPr kumimoji="1" lang="en-US" altLang="ja-JP"/>
              <a:t>Title text</a:t>
            </a:r>
            <a:r>
              <a:rPr kumimoji="1" lang="ja-JP" altLang="en-US"/>
              <a:t> </a:t>
            </a:r>
          </a:p>
        </p:txBody>
      </p:sp>
      <p:sp>
        <p:nvSpPr>
          <p:cNvPr id="21" name="サブタイトル">
            <a:extLst>
              <a:ext uri="{FF2B5EF4-FFF2-40B4-BE49-F238E27FC236}">
                <a16:creationId xmlns:a16="http://schemas.microsoft.com/office/drawing/2014/main" id="{89FA2FD5-56A6-B2D9-BC63-D44F9AD3E4BB}"/>
              </a:ext>
            </a:extLst>
          </p:cNvPr>
          <p:cNvSpPr>
            <a:spLocks noGrp="1"/>
          </p:cNvSpPr>
          <p:nvPr>
            <p:ph type="body" sz="quarter" idx="10" hasCustomPrompt="1"/>
          </p:nvPr>
        </p:nvSpPr>
        <p:spPr>
          <a:xfrm>
            <a:off x="1684564" y="1299247"/>
            <a:ext cx="3286759" cy="279050"/>
          </a:xfrm>
        </p:spPr>
        <p:txBody>
          <a:bodyPr anchor="b" anchorCtr="0">
            <a:noAutofit/>
          </a:bodyPr>
          <a:lstStyle>
            <a:lvl1pPr algn="ctr">
              <a:lnSpc>
                <a:spcPct val="120000"/>
              </a:lnSpc>
              <a:spcBef>
                <a:spcPts val="0"/>
              </a:spcBef>
              <a:defRPr sz="1500" b="0" i="0" baseline="0">
                <a:solidFill>
                  <a:schemeClr val="bg1"/>
                </a:solidFill>
                <a:latin typeface="Segoe UI" panose="020B0502040204020203" pitchFamily="34" charset="0"/>
                <a:cs typeface="Segoe UI" panose="020B0502040204020203" pitchFamily="34" charset="0"/>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marL="14400" marR="0" lvl="0" indent="0" algn="ctr" defTabSz="914400" eaLnBrk="1" fontAlgn="auto" latinLnBrk="0" hangingPunct="1">
              <a:lnSpc>
                <a:spcPct val="130000"/>
              </a:lnSpc>
              <a:spcBef>
                <a:spcPts val="100"/>
              </a:spcBef>
              <a:spcAft>
                <a:spcPts val="0"/>
              </a:spcAft>
              <a:buClrTx/>
              <a:buSzTx/>
              <a:buFontTx/>
              <a:buNone/>
              <a:tabLst/>
              <a:defRPr/>
            </a:pPr>
            <a:r>
              <a:rPr kumimoji="1" lang="en-US" altLang="ja-JP"/>
              <a:t>Sample text Sample text</a:t>
            </a:r>
            <a:endParaRPr kumimoji="1" lang="ja-JP" altLang="en-US"/>
          </a:p>
        </p:txBody>
      </p:sp>
      <p:sp>
        <p:nvSpPr>
          <p:cNvPr id="5" name="object 13">
            <a:extLst>
              <a:ext uri="{FF2B5EF4-FFF2-40B4-BE49-F238E27FC236}">
                <a16:creationId xmlns:a16="http://schemas.microsoft.com/office/drawing/2014/main" id="{5B3C4D2C-E780-821E-5AB5-5D5CCBF07565}"/>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6" name="object 12">
            <a:extLst>
              <a:ext uri="{FF2B5EF4-FFF2-40B4-BE49-F238E27FC236}">
                <a16:creationId xmlns:a16="http://schemas.microsoft.com/office/drawing/2014/main" id="{5BD419E3-5E77-1D20-BBA3-CEE8FCD81350}"/>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1856716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Agenda_A">
    <p:spTree>
      <p:nvGrpSpPr>
        <p:cNvPr id="1" name=""/>
        <p:cNvGrpSpPr/>
        <p:nvPr/>
      </p:nvGrpSpPr>
      <p:grpSpPr>
        <a:xfrm>
          <a:off x="0" y="0"/>
          <a:ext cx="0" cy="0"/>
          <a:chOff x="0" y="0"/>
          <a:chExt cx="0" cy="0"/>
        </a:xfrm>
      </p:grpSpPr>
      <p:sp>
        <p:nvSpPr>
          <p:cNvPr id="8" name="本文">
            <a:extLst>
              <a:ext uri="{FF2B5EF4-FFF2-40B4-BE49-F238E27FC236}">
                <a16:creationId xmlns:a16="http://schemas.microsoft.com/office/drawing/2014/main" id="{7BCA38F4-41BE-BFC8-F4B4-A11FEDE5F3C2}"/>
              </a:ext>
            </a:extLst>
          </p:cNvPr>
          <p:cNvSpPr>
            <a:spLocks noGrp="1"/>
          </p:cNvSpPr>
          <p:nvPr>
            <p:ph type="body" sz="quarter" idx="13" hasCustomPrompt="1"/>
          </p:nvPr>
        </p:nvSpPr>
        <p:spPr>
          <a:xfrm>
            <a:off x="4920016" y="945389"/>
            <a:ext cx="6293325" cy="4495800"/>
          </a:xfrm>
        </p:spPr>
        <p:txBody>
          <a:bodyPr>
            <a:noAutofit/>
          </a:bodyPr>
          <a:lstStyle>
            <a:lvl1pPr marL="357300" indent="-342900">
              <a:spcAft>
                <a:spcPts val="1000"/>
              </a:spcAft>
              <a:buFont typeface="+mj-lt"/>
              <a:buAutoNum type="arabicPeriod"/>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marL="8001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2pPr>
            <a:lvl3pPr marL="12573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3pPr>
            <a:lvl4pPr marL="17145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4pPr>
            <a:lvl5pPr marL="21717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7" name="タイトル">
            <a:extLst>
              <a:ext uri="{FF2B5EF4-FFF2-40B4-BE49-F238E27FC236}">
                <a16:creationId xmlns:a16="http://schemas.microsoft.com/office/drawing/2014/main" id="{DF6AC0A1-ECE4-EBF0-B1B7-1F8D9A99A296}"/>
              </a:ext>
            </a:extLst>
          </p:cNvPr>
          <p:cNvSpPr>
            <a:spLocks noGrp="1"/>
          </p:cNvSpPr>
          <p:nvPr>
            <p:ph type="title" hasCustomPrompt="1"/>
          </p:nvPr>
        </p:nvSpPr>
        <p:spPr>
          <a:xfrm>
            <a:off x="1208101" y="945388"/>
            <a:ext cx="2994506" cy="4495800"/>
          </a:xfrm>
        </p:spPr>
        <p:txBody>
          <a:bodyPr anchor="ctr" anchorCtr="1">
            <a:noAutofit/>
          </a:bodyPr>
          <a:lstStyle>
            <a:lvl1pPr algn="ctr">
              <a:defRPr sz="2400" b="1" i="0" spc="0" baseline="0">
                <a:solidFill>
                  <a:schemeClr val="tx2"/>
                </a:solidFill>
                <a:latin typeface="Segoe UI" panose="020B0502040204020203" pitchFamily="34" charset="0"/>
                <a:ea typeface="Meiryo UI" panose="020B0604030504040204" pitchFamily="34" charset="-128"/>
                <a:cs typeface="Segoe UI" panose="020B0502040204020203" pitchFamily="34" charset="0"/>
              </a:defRPr>
            </a:lvl1pPr>
          </a:lstStyle>
          <a:p>
            <a:r>
              <a:rPr kumimoji="1" lang="en-US" altLang="ja-JP"/>
              <a:t>Title text</a:t>
            </a:r>
            <a:endParaRPr kumimoji="1" lang="ja-JP" altLang="en-US"/>
          </a:p>
        </p:txBody>
      </p:sp>
      <p:sp>
        <p:nvSpPr>
          <p:cNvPr id="2" name="object 2">
            <a:extLst>
              <a:ext uri="{FF2B5EF4-FFF2-40B4-BE49-F238E27FC236}">
                <a16:creationId xmlns:a16="http://schemas.microsoft.com/office/drawing/2014/main" id="{DE25391C-2E0E-590D-B1DD-F4EF0D64753E}"/>
              </a:ext>
            </a:extLst>
          </p:cNvPr>
          <p:cNvSpPr/>
          <p:nvPr/>
        </p:nvSpPr>
        <p:spPr>
          <a:xfrm>
            <a:off x="4571504" y="945388"/>
            <a:ext cx="25400" cy="4495800"/>
          </a:xfrm>
          <a:custGeom>
            <a:avLst/>
            <a:gdLst/>
            <a:ahLst/>
            <a:cxnLst/>
            <a:rect l="l" t="t" r="r" b="b"/>
            <a:pathLst>
              <a:path w="25400" h="4495800">
                <a:moveTo>
                  <a:pt x="25400" y="0"/>
                </a:moveTo>
                <a:lnTo>
                  <a:pt x="0" y="0"/>
                </a:lnTo>
                <a:lnTo>
                  <a:pt x="0" y="4495228"/>
                </a:lnTo>
                <a:lnTo>
                  <a:pt x="25400" y="4495228"/>
                </a:lnTo>
                <a:lnTo>
                  <a:pt x="25400" y="0"/>
                </a:lnTo>
                <a:close/>
              </a:path>
            </a:pathLst>
          </a:custGeom>
          <a:solidFill>
            <a:srgbClr val="0081CC"/>
          </a:solidFill>
        </p:spPr>
        <p:txBody>
          <a:bodyPr wrap="square" lIns="0" tIns="0" rIns="0" bIns="0" rtlCol="0"/>
          <a:lstStyle/>
          <a:p>
            <a:endParaRPr/>
          </a:p>
        </p:txBody>
      </p:sp>
      <p:pic>
        <p:nvPicPr>
          <p:cNvPr id="3" name="object 3">
            <a:extLst>
              <a:ext uri="{FF2B5EF4-FFF2-40B4-BE49-F238E27FC236}">
                <a16:creationId xmlns:a16="http://schemas.microsoft.com/office/drawing/2014/main" id="{CE2DDE68-6F47-F483-0E3E-AC7D21CCD86A}"/>
              </a:ext>
            </a:extLst>
          </p:cNvPr>
          <p:cNvPicPr/>
          <p:nvPr/>
        </p:nvPicPr>
        <p:blipFill>
          <a:blip r:embed="rId2" cstate="print"/>
          <a:stretch>
            <a:fillRect/>
          </a:stretch>
        </p:blipFill>
        <p:spPr>
          <a:xfrm>
            <a:off x="0" y="945387"/>
            <a:ext cx="813371" cy="4495228"/>
          </a:xfrm>
          <a:prstGeom prst="rect">
            <a:avLst/>
          </a:prstGeom>
        </p:spPr>
      </p:pic>
    </p:spTree>
    <p:extLst>
      <p:ext uri="{BB962C8B-B14F-4D97-AF65-F5344CB8AC3E}">
        <p14:creationId xmlns:p14="http://schemas.microsoft.com/office/powerpoint/2010/main" val="19118668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Agenda_B">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0B28C733-ABC6-8325-278A-9873E4ADBEFC}"/>
              </a:ext>
            </a:extLst>
          </p:cNvPr>
          <p:cNvPicPr/>
          <p:nvPr/>
        </p:nvPicPr>
        <p:blipFill>
          <a:blip r:embed="rId2" cstate="print"/>
          <a:stretch>
            <a:fillRect/>
          </a:stretch>
        </p:blipFill>
        <p:spPr>
          <a:xfrm>
            <a:off x="813371" y="945387"/>
            <a:ext cx="3783533" cy="4495228"/>
          </a:xfrm>
          <a:prstGeom prst="rect">
            <a:avLst/>
          </a:prstGeom>
        </p:spPr>
      </p:pic>
      <p:sp>
        <p:nvSpPr>
          <p:cNvPr id="5" name="object 4">
            <a:extLst>
              <a:ext uri="{FF2B5EF4-FFF2-40B4-BE49-F238E27FC236}">
                <a16:creationId xmlns:a16="http://schemas.microsoft.com/office/drawing/2014/main" id="{F19F8921-59B8-9D74-7EA6-E2D97E6484C3}"/>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sp>
        <p:nvSpPr>
          <p:cNvPr id="8" name="本文">
            <a:extLst>
              <a:ext uri="{FF2B5EF4-FFF2-40B4-BE49-F238E27FC236}">
                <a16:creationId xmlns:a16="http://schemas.microsoft.com/office/drawing/2014/main" id="{7BCA38F4-41BE-BFC8-F4B4-A11FEDE5F3C2}"/>
              </a:ext>
            </a:extLst>
          </p:cNvPr>
          <p:cNvSpPr>
            <a:spLocks noGrp="1"/>
          </p:cNvSpPr>
          <p:nvPr>
            <p:ph type="body" sz="quarter" idx="13" hasCustomPrompt="1"/>
          </p:nvPr>
        </p:nvSpPr>
        <p:spPr>
          <a:xfrm>
            <a:off x="4920016" y="945389"/>
            <a:ext cx="6293325" cy="4495800"/>
          </a:xfrm>
        </p:spPr>
        <p:txBody>
          <a:bodyPr>
            <a:noAutofit/>
          </a:bodyPr>
          <a:lstStyle>
            <a:lvl1pPr marL="357300" indent="-342900">
              <a:spcAft>
                <a:spcPts val="1000"/>
              </a:spcAft>
              <a:buFont typeface="+mj-lt"/>
              <a:buAutoNum type="arabicPeriod"/>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marL="8001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2pPr>
            <a:lvl3pPr marL="12573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3pPr>
            <a:lvl4pPr marL="17145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4pPr>
            <a:lvl5pPr marL="2171700" indent="-342900">
              <a:spcAft>
                <a:spcPts val="1000"/>
              </a:spcAft>
              <a:buFont typeface="+mj-lt"/>
              <a:buAutoNum type="arabicPeriod"/>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7" name="タイトル">
            <a:extLst>
              <a:ext uri="{FF2B5EF4-FFF2-40B4-BE49-F238E27FC236}">
                <a16:creationId xmlns:a16="http://schemas.microsoft.com/office/drawing/2014/main" id="{DF6AC0A1-ECE4-EBF0-B1B7-1F8D9A99A296}"/>
              </a:ext>
            </a:extLst>
          </p:cNvPr>
          <p:cNvSpPr>
            <a:spLocks noGrp="1"/>
          </p:cNvSpPr>
          <p:nvPr>
            <p:ph type="title" hasCustomPrompt="1"/>
          </p:nvPr>
        </p:nvSpPr>
        <p:spPr>
          <a:xfrm>
            <a:off x="1208101" y="945388"/>
            <a:ext cx="2994506" cy="4495800"/>
          </a:xfrm>
        </p:spPr>
        <p:txBody>
          <a:bodyPr anchor="ctr" anchorCtr="1">
            <a:noAutofit/>
          </a:bodyPr>
          <a:lstStyle>
            <a:lvl1pPr algn="ctr">
              <a:defRPr sz="2400" b="1" i="0" spc="0" baseline="0">
                <a:solidFill>
                  <a:schemeClr val="bg1"/>
                </a:solidFill>
                <a:latin typeface="Segoe UI" panose="020B0502040204020203" pitchFamily="34" charset="0"/>
                <a:ea typeface="Meiryo UI" panose="020B0604030504040204" pitchFamily="34" charset="-128"/>
                <a:cs typeface="Segoe UI" panose="020B0502040204020203" pitchFamily="34" charset="0"/>
              </a:defRPr>
            </a:lvl1pPr>
          </a:lstStyle>
          <a:p>
            <a:r>
              <a:rPr kumimoji="1" lang="en-US" altLang="ja-JP"/>
              <a:t>Title text</a:t>
            </a:r>
            <a:endParaRPr kumimoji="1" lang="ja-JP" altLang="en-US"/>
          </a:p>
        </p:txBody>
      </p:sp>
    </p:spTree>
    <p:extLst>
      <p:ext uri="{BB962C8B-B14F-4D97-AF65-F5344CB8AC3E}">
        <p14:creationId xmlns:p14="http://schemas.microsoft.com/office/powerpoint/2010/main" val="25893357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Inside Cover_A">
    <p:spTree>
      <p:nvGrpSpPr>
        <p:cNvPr id="1" name=""/>
        <p:cNvGrpSpPr/>
        <p:nvPr/>
      </p:nvGrpSpPr>
      <p:grpSpPr>
        <a:xfrm>
          <a:off x="0" y="0"/>
          <a:ext cx="0" cy="0"/>
          <a:chOff x="0" y="0"/>
          <a:chExt cx="0" cy="0"/>
        </a:xfrm>
      </p:grpSpPr>
      <p:sp>
        <p:nvSpPr>
          <p:cNvPr id="7" name="タイトル">
            <a:extLst>
              <a:ext uri="{FF2B5EF4-FFF2-40B4-BE49-F238E27FC236}">
                <a16:creationId xmlns:a16="http://schemas.microsoft.com/office/drawing/2014/main" id="{DF6AC0A1-ECE4-EBF0-B1B7-1F8D9A99A296}"/>
              </a:ext>
            </a:extLst>
          </p:cNvPr>
          <p:cNvSpPr>
            <a:spLocks noGrp="1"/>
          </p:cNvSpPr>
          <p:nvPr>
            <p:ph type="title" hasCustomPrompt="1"/>
          </p:nvPr>
        </p:nvSpPr>
        <p:spPr>
          <a:xfrm>
            <a:off x="1194371" y="970788"/>
            <a:ext cx="4648200" cy="4445000"/>
          </a:xfrm>
        </p:spPr>
        <p:txBody>
          <a:bodyPr anchor="ctr" anchorCtr="0">
            <a:noAutofit/>
          </a:bodyPr>
          <a:lstStyle>
            <a:lvl1pPr algn="l">
              <a:defRPr sz="2400" b="1" i="0" spc="0" baseline="0">
                <a:solidFill>
                  <a:schemeClr val="tx2"/>
                </a:solidFill>
                <a:latin typeface="Segoe UI" panose="020B0502040204020203" pitchFamily="34" charset="0"/>
                <a:ea typeface="Meiryo UI" panose="020B0604030504040204" pitchFamily="34" charset="-128"/>
                <a:cs typeface="Segoe UI" panose="020B0502040204020203" pitchFamily="34" charset="0"/>
              </a:defRPr>
            </a:lvl1pPr>
          </a:lstStyle>
          <a:p>
            <a:r>
              <a:rPr kumimoji="1" lang="en-US" altLang="ja-JP"/>
              <a:t>Title text</a:t>
            </a:r>
            <a:endParaRPr kumimoji="1" lang="ja-JP" altLang="en-US"/>
          </a:p>
        </p:txBody>
      </p:sp>
      <p:pic>
        <p:nvPicPr>
          <p:cNvPr id="2" name="object 2">
            <a:extLst>
              <a:ext uri="{FF2B5EF4-FFF2-40B4-BE49-F238E27FC236}">
                <a16:creationId xmlns:a16="http://schemas.microsoft.com/office/drawing/2014/main" id="{D20D6696-DEC6-B40B-1340-62FFF1847061}"/>
              </a:ext>
            </a:extLst>
          </p:cNvPr>
          <p:cNvPicPr/>
          <p:nvPr/>
        </p:nvPicPr>
        <p:blipFill>
          <a:blip r:embed="rId2" cstate="print"/>
          <a:stretch>
            <a:fillRect/>
          </a:stretch>
        </p:blipFill>
        <p:spPr>
          <a:xfrm>
            <a:off x="0" y="945387"/>
            <a:ext cx="813371" cy="4495228"/>
          </a:xfrm>
          <a:prstGeom prst="rect">
            <a:avLst/>
          </a:prstGeom>
        </p:spPr>
      </p:pic>
      <p:sp>
        <p:nvSpPr>
          <p:cNvPr id="3" name="object 3">
            <a:extLst>
              <a:ext uri="{FF2B5EF4-FFF2-40B4-BE49-F238E27FC236}">
                <a16:creationId xmlns:a16="http://schemas.microsoft.com/office/drawing/2014/main" id="{22D38394-0E9B-BF4A-F9EA-2A49C3D1BFF6}"/>
              </a:ext>
            </a:extLst>
          </p:cNvPr>
          <p:cNvSpPr/>
          <p:nvPr/>
        </p:nvSpPr>
        <p:spPr>
          <a:xfrm>
            <a:off x="1194371" y="945388"/>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
        <p:nvSpPr>
          <p:cNvPr id="4" name="object 4">
            <a:extLst>
              <a:ext uri="{FF2B5EF4-FFF2-40B4-BE49-F238E27FC236}">
                <a16:creationId xmlns:a16="http://schemas.microsoft.com/office/drawing/2014/main" id="{6F93204D-81CD-E3F0-78BB-3A14A5816653}"/>
              </a:ext>
            </a:extLst>
          </p:cNvPr>
          <p:cNvSpPr/>
          <p:nvPr/>
        </p:nvSpPr>
        <p:spPr>
          <a:xfrm>
            <a:off x="1194371" y="5415216"/>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Tree>
    <p:extLst>
      <p:ext uri="{BB962C8B-B14F-4D97-AF65-F5344CB8AC3E}">
        <p14:creationId xmlns:p14="http://schemas.microsoft.com/office/powerpoint/2010/main" val="21405539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Inside Cover_B">
    <p:spTree>
      <p:nvGrpSpPr>
        <p:cNvPr id="1" name=""/>
        <p:cNvGrpSpPr/>
        <p:nvPr/>
      </p:nvGrpSpPr>
      <p:grpSpPr>
        <a:xfrm>
          <a:off x="0" y="0"/>
          <a:ext cx="0" cy="0"/>
          <a:chOff x="0" y="0"/>
          <a:chExt cx="0" cy="0"/>
        </a:xfrm>
      </p:grpSpPr>
      <p:pic>
        <p:nvPicPr>
          <p:cNvPr id="6" name="object 3">
            <a:extLst>
              <a:ext uri="{FF2B5EF4-FFF2-40B4-BE49-F238E27FC236}">
                <a16:creationId xmlns:a16="http://schemas.microsoft.com/office/drawing/2014/main" id="{7325A044-816D-2FDA-8C50-81FD82FC2932}"/>
              </a:ext>
            </a:extLst>
          </p:cNvPr>
          <p:cNvPicPr/>
          <p:nvPr/>
        </p:nvPicPr>
        <p:blipFill>
          <a:blip r:embed="rId2" cstate="print"/>
          <a:stretch>
            <a:fillRect/>
          </a:stretch>
        </p:blipFill>
        <p:spPr>
          <a:xfrm>
            <a:off x="813371" y="945388"/>
            <a:ext cx="5028628" cy="4495228"/>
          </a:xfrm>
          <a:prstGeom prst="rect">
            <a:avLst/>
          </a:prstGeom>
        </p:spPr>
      </p:pic>
      <p:sp>
        <p:nvSpPr>
          <p:cNvPr id="8" name="object 4">
            <a:extLst>
              <a:ext uri="{FF2B5EF4-FFF2-40B4-BE49-F238E27FC236}">
                <a16:creationId xmlns:a16="http://schemas.microsoft.com/office/drawing/2014/main" id="{E1A8333A-10C5-504F-0104-3B6A5E91ADDA}"/>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sp>
        <p:nvSpPr>
          <p:cNvPr id="7" name="タイトル">
            <a:extLst>
              <a:ext uri="{FF2B5EF4-FFF2-40B4-BE49-F238E27FC236}">
                <a16:creationId xmlns:a16="http://schemas.microsoft.com/office/drawing/2014/main" id="{DF6AC0A1-ECE4-EBF0-B1B7-1F8D9A99A296}"/>
              </a:ext>
            </a:extLst>
          </p:cNvPr>
          <p:cNvSpPr>
            <a:spLocks noGrp="1"/>
          </p:cNvSpPr>
          <p:nvPr>
            <p:ph type="title" hasCustomPrompt="1"/>
          </p:nvPr>
        </p:nvSpPr>
        <p:spPr>
          <a:xfrm>
            <a:off x="1194371" y="970788"/>
            <a:ext cx="4266913" cy="4445000"/>
          </a:xfrm>
        </p:spPr>
        <p:txBody>
          <a:bodyPr anchor="ctr" anchorCtr="0">
            <a:noAutofit/>
          </a:bodyPr>
          <a:lstStyle>
            <a:lvl1pPr algn="l">
              <a:defRPr sz="2400" b="1" i="0" spc="0" baseline="0">
                <a:solidFill>
                  <a:schemeClr val="bg1"/>
                </a:solidFill>
                <a:latin typeface="Segoe UI" panose="020B0502040204020203" pitchFamily="34" charset="0"/>
                <a:ea typeface="Meiryo UI" panose="020B0604030504040204" pitchFamily="34" charset="-128"/>
                <a:cs typeface="Segoe UI" panose="020B0502040204020203" pitchFamily="34" charset="0"/>
              </a:defRPr>
            </a:lvl1pPr>
          </a:lstStyle>
          <a:p>
            <a:r>
              <a:rPr kumimoji="1" lang="en-US" altLang="ja-JP"/>
              <a:t>Title text</a:t>
            </a:r>
            <a:endParaRPr kumimoji="1" lang="ja-JP" altLang="en-US"/>
          </a:p>
        </p:txBody>
      </p:sp>
    </p:spTree>
    <p:extLst>
      <p:ext uri="{BB962C8B-B14F-4D97-AF65-F5344CB8AC3E}">
        <p14:creationId xmlns:p14="http://schemas.microsoft.com/office/powerpoint/2010/main" val="27415438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A98765D-7A09-2C98-4902-F851714364CD}"/>
              </a:ext>
            </a:extLst>
          </p:cNvPr>
          <p:cNvGraphicFramePr>
            <a:graphicFrameLocks noChangeAspect="1"/>
          </p:cNvGraphicFramePr>
          <p:nvPr>
            <p:custDataLst>
              <p:tags r:id="rId1"/>
            </p:custDataLst>
            <p:extLst>
              <p:ext uri="{D42A27DB-BD31-4B8C-83A1-F6EECF244321}">
                <p14:modId xmlns:p14="http://schemas.microsoft.com/office/powerpoint/2010/main" val="760094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84" imgH="486" progId="TCLayout.ActiveDocument.1">
                  <p:embed/>
                </p:oleObj>
              </mc:Choice>
              <mc:Fallback>
                <p:oleObj name="think-cellスライド" r:id="rId3" imgW="484" imgH="486" progId="TCLayout.ActiveDocument.1">
                  <p:embed/>
                  <p:pic>
                    <p:nvPicPr>
                      <p:cNvPr id="8" name="think-cell data - do not delete" hidden="1">
                        <a:extLst>
                          <a:ext uri="{FF2B5EF4-FFF2-40B4-BE49-F238E27FC236}">
                            <a16:creationId xmlns:a16="http://schemas.microsoft.com/office/drawing/2014/main" id="{BA98765D-7A09-2C98-4902-F851714364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本文">
            <a:extLst>
              <a:ext uri="{FF2B5EF4-FFF2-40B4-BE49-F238E27FC236}">
                <a16:creationId xmlns:a16="http://schemas.microsoft.com/office/drawing/2014/main" id="{5B4879D5-8513-B7C1-8947-236DFADE6B77}"/>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4" name="タイトル">
            <a:extLst>
              <a:ext uri="{FF2B5EF4-FFF2-40B4-BE49-F238E27FC236}">
                <a16:creationId xmlns:a16="http://schemas.microsoft.com/office/drawing/2014/main" id="{91B2AF37-E62D-4F18-A8C8-635492A41C38}"/>
              </a:ext>
            </a:extLst>
          </p:cNvPr>
          <p:cNvSpPr>
            <a:spLocks noGrp="1"/>
          </p:cNvSpPr>
          <p:nvPr>
            <p:ph type="title"/>
          </p:nvPr>
        </p:nvSpPr>
        <p:spPr>
          <a:xfrm>
            <a:off x="978658" y="275024"/>
            <a:ext cx="10235442" cy="323165"/>
          </a:xfrm>
        </p:spPr>
        <p:txBody>
          <a:bodyPr vert="horz">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5" name="ナンバー">
            <a:extLst>
              <a:ext uri="{FF2B5EF4-FFF2-40B4-BE49-F238E27FC236}">
                <a16:creationId xmlns:a16="http://schemas.microsoft.com/office/drawing/2014/main" id="{8ED0E51F-E1FA-C990-9B39-533021579FA7}"/>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sp>
        <p:nvSpPr>
          <p:cNvPr id="6" name="テキスト プレースホルダー 9">
            <a:extLst>
              <a:ext uri="{FF2B5EF4-FFF2-40B4-BE49-F238E27FC236}">
                <a16:creationId xmlns:a16="http://schemas.microsoft.com/office/drawing/2014/main" id="{D8C3F21B-0B6E-5DB6-937C-E2E7E2F0AB16}"/>
              </a:ext>
            </a:extLst>
          </p:cNvPr>
          <p:cNvSpPr>
            <a:spLocks noGrp="1"/>
          </p:cNvSpPr>
          <p:nvPr>
            <p:ph type="body" sz="quarter" idx="16"/>
          </p:nvPr>
        </p:nvSpPr>
        <p:spPr>
          <a:xfrm>
            <a:off x="982662" y="598190"/>
            <a:ext cx="10226675" cy="285463"/>
          </a:xfrm>
        </p:spPr>
        <p:txBody>
          <a:bodyPr tIns="0" bIns="0"/>
          <a:lstStyle>
            <a:lvl1pPr>
              <a:defRPr>
                <a:solidFill>
                  <a:schemeClr val="accent1"/>
                </a:solidFill>
                <a:latin typeface="+mj-lt"/>
                <a:ea typeface="+mj-ea"/>
              </a:defRPr>
            </a:lvl1pPr>
          </a:lstStyle>
          <a:p>
            <a:pPr lvl="0"/>
            <a:r>
              <a:rPr kumimoji="1" lang="ja-JP" altLang="en-US"/>
              <a:t>マスター テキストの書式設定</a:t>
            </a:r>
          </a:p>
        </p:txBody>
      </p:sp>
      <p:sp>
        <p:nvSpPr>
          <p:cNvPr id="9" name="object 111">
            <a:extLst>
              <a:ext uri="{FF2B5EF4-FFF2-40B4-BE49-F238E27FC236}">
                <a16:creationId xmlns:a16="http://schemas.microsoft.com/office/drawing/2014/main" id="{DE050487-AE67-A040-AA3F-4565A2AB2C6D}"/>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Tree>
    <p:extLst>
      <p:ext uri="{BB962C8B-B14F-4D97-AF65-F5344CB8AC3E}">
        <p14:creationId xmlns:p14="http://schemas.microsoft.com/office/powerpoint/2010/main" val="23121666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ody wirh Number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5" name="本文">
            <a:extLst>
              <a:ext uri="{FF2B5EF4-FFF2-40B4-BE49-F238E27FC236}">
                <a16:creationId xmlns:a16="http://schemas.microsoft.com/office/drawing/2014/main" id="{A3306673-5D8E-18CA-35ED-26F0E7522503}"/>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8" name="タイトル">
            <a:extLst>
              <a:ext uri="{FF2B5EF4-FFF2-40B4-BE49-F238E27FC236}">
                <a16:creationId xmlns:a16="http://schemas.microsoft.com/office/drawing/2014/main" id="{15CE4436-A8BD-3424-5B75-1ECBFCD1FF3D}"/>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sp>
        <p:nvSpPr>
          <p:cNvPr id="2" name="ナンバー">
            <a:extLst>
              <a:ext uri="{FF2B5EF4-FFF2-40B4-BE49-F238E27FC236}">
                <a16:creationId xmlns:a16="http://schemas.microsoft.com/office/drawing/2014/main" id="{4151988A-B2B4-8AB6-7412-6920A9F45684}"/>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pic>
        <p:nvPicPr>
          <p:cNvPr id="3" name="BAM_LOGO" descr="アイコン&#10;&#10;自動的に生成された説明">
            <a:extLst>
              <a:ext uri="{FF2B5EF4-FFF2-40B4-BE49-F238E27FC236}">
                <a16:creationId xmlns:a16="http://schemas.microsoft.com/office/drawing/2014/main" id="{5F2F927B-C877-A947-2B15-3DE793A1AF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4100" y="0"/>
            <a:ext cx="977900" cy="889000"/>
          </a:xfrm>
          <a:prstGeom prst="rect">
            <a:avLst/>
          </a:prstGeom>
        </p:spPr>
      </p:pic>
    </p:spTree>
    <p:extLst>
      <p:ext uri="{BB962C8B-B14F-4D97-AF65-F5344CB8AC3E}">
        <p14:creationId xmlns:p14="http://schemas.microsoft.com/office/powerpoint/2010/main" val="37916077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ody with Number">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5" name="本文">
            <a:extLst>
              <a:ext uri="{FF2B5EF4-FFF2-40B4-BE49-F238E27FC236}">
                <a16:creationId xmlns:a16="http://schemas.microsoft.com/office/drawing/2014/main" id="{A3306673-5D8E-18CA-35ED-26F0E7522503}"/>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8" name="タイトル">
            <a:extLst>
              <a:ext uri="{FF2B5EF4-FFF2-40B4-BE49-F238E27FC236}">
                <a16:creationId xmlns:a16="http://schemas.microsoft.com/office/drawing/2014/main" id="{15CE4436-A8BD-3424-5B75-1ECBFCD1FF3D}"/>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sp>
        <p:nvSpPr>
          <p:cNvPr id="2" name="ナンバー">
            <a:extLst>
              <a:ext uri="{FF2B5EF4-FFF2-40B4-BE49-F238E27FC236}">
                <a16:creationId xmlns:a16="http://schemas.microsoft.com/office/drawing/2014/main" id="{4151988A-B2B4-8AB6-7412-6920A9F45684}"/>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spTree>
    <p:extLst>
      <p:ext uri="{BB962C8B-B14F-4D97-AF65-F5344CB8AC3E}">
        <p14:creationId xmlns:p14="http://schemas.microsoft.com/office/powerpoint/2010/main" val="98527108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ody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17CCF123-6C01-40BE-D981-AAD883DC8874}"/>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3" name="タイトル">
            <a:extLst>
              <a:ext uri="{FF2B5EF4-FFF2-40B4-BE49-F238E27FC236}">
                <a16:creationId xmlns:a16="http://schemas.microsoft.com/office/drawing/2014/main" id="{A50B6BB7-7491-9688-EC1D-E57AC531FFE7}"/>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pic>
        <p:nvPicPr>
          <p:cNvPr id="5" name="BAM_LOGO" descr="アイコン&#10;&#10;自動的に生成された説明">
            <a:extLst>
              <a:ext uri="{FF2B5EF4-FFF2-40B4-BE49-F238E27FC236}">
                <a16:creationId xmlns:a16="http://schemas.microsoft.com/office/drawing/2014/main" id="{6D40972B-3DF6-8546-F669-8FCF102CC2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4100" y="0"/>
            <a:ext cx="977900" cy="889000"/>
          </a:xfrm>
          <a:prstGeom prst="rect">
            <a:avLst/>
          </a:prstGeom>
        </p:spPr>
      </p:pic>
    </p:spTree>
    <p:extLst>
      <p:ext uri="{BB962C8B-B14F-4D97-AF65-F5344CB8AC3E}">
        <p14:creationId xmlns:p14="http://schemas.microsoft.com/office/powerpoint/2010/main" val="1382162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ody">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17CCF123-6C01-40BE-D981-AAD883DC8874}"/>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3" name="タイトル">
            <a:extLst>
              <a:ext uri="{FF2B5EF4-FFF2-40B4-BE49-F238E27FC236}">
                <a16:creationId xmlns:a16="http://schemas.microsoft.com/office/drawing/2014/main" id="{A50B6BB7-7491-9688-EC1D-E57AC531FFE7}"/>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spTree>
    <p:extLst>
      <p:ext uri="{BB962C8B-B14F-4D97-AF65-F5344CB8AC3E}">
        <p14:creationId xmlns:p14="http://schemas.microsoft.com/office/powerpoint/2010/main" val="37028877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nk_BAM">
    <p:spTree>
      <p:nvGrpSpPr>
        <p:cNvPr id="1" name=""/>
        <p:cNvGrpSpPr/>
        <p:nvPr/>
      </p:nvGrpSpPr>
      <p:grpSpPr>
        <a:xfrm>
          <a:off x="0" y="0"/>
          <a:ext cx="0" cy="0"/>
          <a:chOff x="0" y="0"/>
          <a:chExt cx="0" cy="0"/>
        </a:xfrm>
      </p:grpSpPr>
      <p:pic>
        <p:nvPicPr>
          <p:cNvPr id="2" name="BAM_LOGO" descr="アイコン&#10;&#10;自動的に生成された説明">
            <a:extLst>
              <a:ext uri="{FF2B5EF4-FFF2-40B4-BE49-F238E27FC236}">
                <a16:creationId xmlns:a16="http://schemas.microsoft.com/office/drawing/2014/main" id="{7B2B1D2C-ACDB-D8A2-F26B-654ACF631BB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4100" y="0"/>
            <a:ext cx="977900" cy="889000"/>
          </a:xfrm>
          <a:prstGeom prst="rect">
            <a:avLst/>
          </a:prstGeom>
        </p:spPr>
      </p:pic>
    </p:spTree>
    <p:extLst>
      <p:ext uri="{BB962C8B-B14F-4D97-AF65-F5344CB8AC3E}">
        <p14:creationId xmlns:p14="http://schemas.microsoft.com/office/powerpoint/2010/main" val="13363048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本文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237337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844295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表紙_A">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1BAECB58-339C-F86C-5CB0-DEEDF8DFAD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図 2">
            <a:extLst>
              <a:ext uri="{FF2B5EF4-FFF2-40B4-BE49-F238E27FC236}">
                <a16:creationId xmlns:a16="http://schemas.microsoft.com/office/drawing/2014/main" id="{4162FC05-AD16-7B24-B216-B9A1ADBC59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375767"/>
            <a:ext cx="12192000" cy="482600"/>
          </a:xfrm>
          <a:prstGeom prst="rect">
            <a:avLst/>
          </a:prstGeom>
        </p:spPr>
      </p:pic>
      <p:sp>
        <p:nvSpPr>
          <p:cNvPr id="16" name="名前">
            <a:extLst>
              <a:ext uri="{FF2B5EF4-FFF2-40B4-BE49-F238E27FC236}">
                <a16:creationId xmlns:a16="http://schemas.microsoft.com/office/drawing/2014/main" id="{43018499-C620-465D-9DB6-E8E69535AC88}"/>
              </a:ext>
            </a:extLst>
          </p:cNvPr>
          <p:cNvSpPr>
            <a:spLocks noGrp="1"/>
          </p:cNvSpPr>
          <p:nvPr>
            <p:ph type="body" sz="quarter" idx="13" hasCustomPrompt="1"/>
          </p:nvPr>
        </p:nvSpPr>
        <p:spPr>
          <a:xfrm>
            <a:off x="1684563" y="4021027"/>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ja-JP" altLang="en-US"/>
              <a:t>（役職）氏名</a:t>
            </a:r>
          </a:p>
        </p:txBody>
      </p:sp>
      <p:sp>
        <p:nvSpPr>
          <p:cNvPr id="15" name="部署">
            <a:extLst>
              <a:ext uri="{FF2B5EF4-FFF2-40B4-BE49-F238E27FC236}">
                <a16:creationId xmlns:a16="http://schemas.microsoft.com/office/drawing/2014/main" id="{5A4C3E20-A39C-6AE5-0144-B24CDF210178}"/>
              </a:ext>
            </a:extLst>
          </p:cNvPr>
          <p:cNvSpPr>
            <a:spLocks noGrp="1"/>
          </p:cNvSpPr>
          <p:nvPr>
            <p:ph type="body" sz="quarter" idx="12" hasCustomPrompt="1"/>
          </p:nvPr>
        </p:nvSpPr>
        <p:spPr>
          <a:xfrm>
            <a:off x="1684563" y="3785903"/>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en-US" altLang="ja-JP"/>
              <a:t>XX</a:t>
            </a:r>
            <a:r>
              <a:rPr kumimoji="1" lang="ja-JP" altLang="en-US"/>
              <a:t>本部　</a:t>
            </a:r>
            <a:r>
              <a:rPr kumimoji="1" lang="en-US" altLang="ja-JP"/>
              <a:t>XX</a:t>
            </a:r>
            <a:r>
              <a:rPr kumimoji="1" lang="ja-JP" altLang="en-US"/>
              <a:t>部　</a:t>
            </a:r>
            <a:r>
              <a:rPr kumimoji="1" lang="en-US" altLang="ja-JP"/>
              <a:t>XX</a:t>
            </a:r>
            <a:r>
              <a:rPr kumimoji="1" lang="ja-JP" altLang="en-US"/>
              <a:t>グループ</a:t>
            </a:r>
          </a:p>
        </p:txBody>
      </p:sp>
      <p:sp>
        <p:nvSpPr>
          <p:cNvPr id="14" name="日付">
            <a:extLst>
              <a:ext uri="{FF2B5EF4-FFF2-40B4-BE49-F238E27FC236}">
                <a16:creationId xmlns:a16="http://schemas.microsoft.com/office/drawing/2014/main" id="{2F5D6FEF-12D6-0AA9-B3B8-8DCB7AB20E7E}"/>
              </a:ext>
            </a:extLst>
          </p:cNvPr>
          <p:cNvSpPr>
            <a:spLocks noGrp="1"/>
          </p:cNvSpPr>
          <p:nvPr>
            <p:ph type="body" sz="quarter" idx="11"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2023/00/00</a:t>
            </a:r>
            <a:endParaRPr kumimoji="1" lang="ja-JP" altLang="en-US"/>
          </a:p>
        </p:txBody>
      </p:sp>
      <p:sp>
        <p:nvSpPr>
          <p:cNvPr id="7" name="メインタイトル">
            <a:extLst>
              <a:ext uri="{FF2B5EF4-FFF2-40B4-BE49-F238E27FC236}">
                <a16:creationId xmlns:a16="http://schemas.microsoft.com/office/drawing/2014/main" id="{09ECA78D-08B5-DCBE-DF4E-62A668CC3311}"/>
              </a:ext>
            </a:extLst>
          </p:cNvPr>
          <p:cNvSpPr>
            <a:spLocks noGrp="1"/>
          </p:cNvSpPr>
          <p:nvPr>
            <p:ph type="title"/>
          </p:nvPr>
        </p:nvSpPr>
        <p:spPr>
          <a:xfrm>
            <a:off x="1684564" y="1742505"/>
            <a:ext cx="3286760" cy="1604223"/>
          </a:xfrm>
        </p:spPr>
        <p:txBody>
          <a:bodyPr anchor="ctr" anchorCtr="1">
            <a:noAutofit/>
          </a:bodyPr>
          <a:lstStyle>
            <a:lvl1pPr algn="ctr">
              <a:defRPr sz="2350" b="1" i="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13" name="サブタイトル">
            <a:extLst>
              <a:ext uri="{FF2B5EF4-FFF2-40B4-BE49-F238E27FC236}">
                <a16:creationId xmlns:a16="http://schemas.microsoft.com/office/drawing/2014/main" id="{44D4296A-6987-C785-337C-072DCB78B5D9}"/>
              </a:ext>
            </a:extLst>
          </p:cNvPr>
          <p:cNvSpPr>
            <a:spLocks noGrp="1"/>
          </p:cNvSpPr>
          <p:nvPr>
            <p:ph type="body" sz="quarter" idx="10"/>
          </p:nvPr>
        </p:nvSpPr>
        <p:spPr>
          <a:xfrm>
            <a:off x="1684565" y="1299248"/>
            <a:ext cx="3286759" cy="279049"/>
          </a:xfrm>
        </p:spPr>
        <p:txBody>
          <a:bodyPr>
            <a:noAutofit/>
          </a:bodyPr>
          <a:lstStyle>
            <a:lvl1pPr algn="ctr">
              <a:defRPr sz="1500" b="0" i="0" baseline="0">
                <a:solidFill>
                  <a:schemeClr val="bg1"/>
                </a:solidFill>
                <a:latin typeface="Segoe UI" panose="020B0502040204020203" pitchFamily="34" charset="0"/>
                <a:ea typeface="Meiryo UI" panose="020B0604030504040204" pitchFamily="34" charset="-128"/>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lvl="0"/>
            <a:r>
              <a:rPr kumimoji="1" lang="ja-JP" altLang="en-US"/>
              <a:t>マスター テキストの書式設定</a:t>
            </a:r>
          </a:p>
        </p:txBody>
      </p:sp>
      <p:pic>
        <p:nvPicPr>
          <p:cNvPr id="4" name="LOGO" descr="テキスト&#10;&#10;自動的に生成された説明">
            <a:extLst>
              <a:ext uri="{FF2B5EF4-FFF2-40B4-BE49-F238E27FC236}">
                <a16:creationId xmlns:a16="http://schemas.microsoft.com/office/drawing/2014/main" id="{5B1F2DFA-201B-AC5B-7854-C7896AFF1A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5" name="object 13">
            <a:extLst>
              <a:ext uri="{FF2B5EF4-FFF2-40B4-BE49-F238E27FC236}">
                <a16:creationId xmlns:a16="http://schemas.microsoft.com/office/drawing/2014/main" id="{417D132C-783A-C000-F77C-7588E3BF021B}"/>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6" name="object 12">
            <a:extLst>
              <a:ext uri="{FF2B5EF4-FFF2-40B4-BE49-F238E27FC236}">
                <a16:creationId xmlns:a16="http://schemas.microsoft.com/office/drawing/2014/main" id="{D49FA8D5-B242-1EED-B7B4-99663359D875}"/>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42824379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表紙_B">
    <p:spTree>
      <p:nvGrpSpPr>
        <p:cNvPr id="1" name=""/>
        <p:cNvGrpSpPr/>
        <p:nvPr/>
      </p:nvGrpSpPr>
      <p:grpSpPr>
        <a:xfrm>
          <a:off x="0" y="0"/>
          <a:ext cx="0" cy="0"/>
          <a:chOff x="0" y="0"/>
          <a:chExt cx="0" cy="0"/>
        </a:xfrm>
      </p:grpSpPr>
      <p:grpSp>
        <p:nvGrpSpPr>
          <p:cNvPr id="6" name="object 2">
            <a:extLst>
              <a:ext uri="{FF2B5EF4-FFF2-40B4-BE49-F238E27FC236}">
                <a16:creationId xmlns:a16="http://schemas.microsoft.com/office/drawing/2014/main" id="{8416DBE6-0C4F-B18F-1C57-B9A6CF3B1CF4}"/>
              </a:ext>
            </a:extLst>
          </p:cNvPr>
          <p:cNvGrpSpPr/>
          <p:nvPr/>
        </p:nvGrpSpPr>
        <p:grpSpPr>
          <a:xfrm>
            <a:off x="0" y="945388"/>
            <a:ext cx="5842000" cy="4495800"/>
            <a:chOff x="0" y="945388"/>
            <a:chExt cx="5842000" cy="4495800"/>
          </a:xfrm>
        </p:grpSpPr>
        <p:pic>
          <p:nvPicPr>
            <p:cNvPr id="8" name="object 3">
              <a:extLst>
                <a:ext uri="{FF2B5EF4-FFF2-40B4-BE49-F238E27FC236}">
                  <a16:creationId xmlns:a16="http://schemas.microsoft.com/office/drawing/2014/main" id="{57C06617-46E5-D9A5-3223-CA2B04A5F41F}"/>
                </a:ext>
              </a:extLst>
            </p:cNvPr>
            <p:cNvPicPr/>
            <p:nvPr/>
          </p:nvPicPr>
          <p:blipFill>
            <a:blip r:embed="rId2" cstate="print"/>
            <a:stretch>
              <a:fillRect/>
            </a:stretch>
          </p:blipFill>
          <p:spPr>
            <a:xfrm>
              <a:off x="813371" y="945388"/>
              <a:ext cx="5028628" cy="4495228"/>
            </a:xfrm>
            <a:prstGeom prst="rect">
              <a:avLst/>
            </a:prstGeom>
          </p:spPr>
        </p:pic>
        <p:sp>
          <p:nvSpPr>
            <p:cNvPr id="9" name="object 4">
              <a:extLst>
                <a:ext uri="{FF2B5EF4-FFF2-40B4-BE49-F238E27FC236}">
                  <a16:creationId xmlns:a16="http://schemas.microsoft.com/office/drawing/2014/main" id="{CECB6D33-678B-C3D2-B22A-CF9280FAEF67}"/>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pic>
        <p:nvPicPr>
          <p:cNvPr id="4" name="object 3">
            <a:extLst>
              <a:ext uri="{FF2B5EF4-FFF2-40B4-BE49-F238E27FC236}">
                <a16:creationId xmlns:a16="http://schemas.microsoft.com/office/drawing/2014/main" id="{3DF2DCA4-7047-1011-AB3A-B01B6D8D161F}"/>
              </a:ext>
            </a:extLst>
          </p:cNvPr>
          <p:cNvPicPr/>
          <p:nvPr/>
        </p:nvPicPr>
        <p:blipFill>
          <a:blip r:embed="rId3" cstate="print"/>
          <a:stretch>
            <a:fillRect/>
          </a:stretch>
        </p:blipFill>
        <p:spPr>
          <a:xfrm>
            <a:off x="0" y="945387"/>
            <a:ext cx="5842000" cy="4495228"/>
          </a:xfrm>
          <a:prstGeom prst="rect">
            <a:avLst/>
          </a:prstGeom>
        </p:spPr>
      </p:pic>
      <p:sp>
        <p:nvSpPr>
          <p:cNvPr id="5" name="object 4">
            <a:extLst>
              <a:ext uri="{FF2B5EF4-FFF2-40B4-BE49-F238E27FC236}">
                <a16:creationId xmlns:a16="http://schemas.microsoft.com/office/drawing/2014/main" id="{164F495E-B385-662B-9FDE-54599DDFE214}"/>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pic>
        <p:nvPicPr>
          <p:cNvPr id="3" name="図 2">
            <a:extLst>
              <a:ext uri="{FF2B5EF4-FFF2-40B4-BE49-F238E27FC236}">
                <a16:creationId xmlns:a16="http://schemas.microsoft.com/office/drawing/2014/main" id="{4162FC05-AD16-7B24-B216-B9A1ADBC59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375767"/>
            <a:ext cx="12192000" cy="482600"/>
          </a:xfrm>
          <a:prstGeom prst="rect">
            <a:avLst/>
          </a:prstGeom>
        </p:spPr>
      </p:pic>
      <p:sp>
        <p:nvSpPr>
          <p:cNvPr id="16" name="名前">
            <a:extLst>
              <a:ext uri="{FF2B5EF4-FFF2-40B4-BE49-F238E27FC236}">
                <a16:creationId xmlns:a16="http://schemas.microsoft.com/office/drawing/2014/main" id="{43018499-C620-465D-9DB6-E8E69535AC88}"/>
              </a:ext>
            </a:extLst>
          </p:cNvPr>
          <p:cNvSpPr>
            <a:spLocks noGrp="1"/>
          </p:cNvSpPr>
          <p:nvPr>
            <p:ph type="body" sz="quarter" idx="13" hasCustomPrompt="1"/>
          </p:nvPr>
        </p:nvSpPr>
        <p:spPr>
          <a:xfrm>
            <a:off x="1684563" y="4021027"/>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ja-JP" altLang="en-US"/>
              <a:t>（役職）氏名</a:t>
            </a:r>
          </a:p>
        </p:txBody>
      </p:sp>
      <p:sp>
        <p:nvSpPr>
          <p:cNvPr id="15" name="部署">
            <a:extLst>
              <a:ext uri="{FF2B5EF4-FFF2-40B4-BE49-F238E27FC236}">
                <a16:creationId xmlns:a16="http://schemas.microsoft.com/office/drawing/2014/main" id="{5A4C3E20-A39C-6AE5-0144-B24CDF210178}"/>
              </a:ext>
            </a:extLst>
          </p:cNvPr>
          <p:cNvSpPr>
            <a:spLocks noGrp="1"/>
          </p:cNvSpPr>
          <p:nvPr>
            <p:ph type="body" sz="quarter" idx="12" hasCustomPrompt="1"/>
          </p:nvPr>
        </p:nvSpPr>
        <p:spPr>
          <a:xfrm>
            <a:off x="1684563" y="3785903"/>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en-US" altLang="ja-JP"/>
              <a:t>XX</a:t>
            </a:r>
            <a:r>
              <a:rPr kumimoji="1" lang="ja-JP" altLang="en-US"/>
              <a:t>本部　</a:t>
            </a:r>
            <a:r>
              <a:rPr kumimoji="1" lang="en-US" altLang="ja-JP"/>
              <a:t>XX</a:t>
            </a:r>
            <a:r>
              <a:rPr kumimoji="1" lang="ja-JP" altLang="en-US"/>
              <a:t>部　</a:t>
            </a:r>
            <a:r>
              <a:rPr kumimoji="1" lang="en-US" altLang="ja-JP"/>
              <a:t>XX</a:t>
            </a:r>
            <a:r>
              <a:rPr kumimoji="1" lang="ja-JP" altLang="en-US"/>
              <a:t>グループ</a:t>
            </a:r>
          </a:p>
        </p:txBody>
      </p:sp>
      <p:sp>
        <p:nvSpPr>
          <p:cNvPr id="14" name="日付">
            <a:extLst>
              <a:ext uri="{FF2B5EF4-FFF2-40B4-BE49-F238E27FC236}">
                <a16:creationId xmlns:a16="http://schemas.microsoft.com/office/drawing/2014/main" id="{2F5D6FEF-12D6-0AA9-B3B8-8DCB7AB20E7E}"/>
              </a:ext>
            </a:extLst>
          </p:cNvPr>
          <p:cNvSpPr>
            <a:spLocks noGrp="1"/>
          </p:cNvSpPr>
          <p:nvPr>
            <p:ph type="body" sz="quarter" idx="11"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2023/00/00</a:t>
            </a:r>
            <a:endParaRPr kumimoji="1" lang="ja-JP" altLang="en-US"/>
          </a:p>
        </p:txBody>
      </p:sp>
      <p:sp>
        <p:nvSpPr>
          <p:cNvPr id="7" name="メインタイトル">
            <a:extLst>
              <a:ext uri="{FF2B5EF4-FFF2-40B4-BE49-F238E27FC236}">
                <a16:creationId xmlns:a16="http://schemas.microsoft.com/office/drawing/2014/main" id="{09ECA78D-08B5-DCBE-DF4E-62A668CC3311}"/>
              </a:ext>
            </a:extLst>
          </p:cNvPr>
          <p:cNvSpPr>
            <a:spLocks noGrp="1"/>
          </p:cNvSpPr>
          <p:nvPr>
            <p:ph type="title"/>
          </p:nvPr>
        </p:nvSpPr>
        <p:spPr>
          <a:xfrm>
            <a:off x="1684564" y="1742505"/>
            <a:ext cx="3286760" cy="1604223"/>
          </a:xfrm>
        </p:spPr>
        <p:txBody>
          <a:bodyPr anchor="ctr" anchorCtr="1">
            <a:noAutofit/>
          </a:bodyPr>
          <a:lstStyle>
            <a:lvl1pPr algn="ctr">
              <a:defRPr sz="2350" b="1" i="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13" name="サブタイトル">
            <a:extLst>
              <a:ext uri="{FF2B5EF4-FFF2-40B4-BE49-F238E27FC236}">
                <a16:creationId xmlns:a16="http://schemas.microsoft.com/office/drawing/2014/main" id="{44D4296A-6987-C785-337C-072DCB78B5D9}"/>
              </a:ext>
            </a:extLst>
          </p:cNvPr>
          <p:cNvSpPr>
            <a:spLocks noGrp="1"/>
          </p:cNvSpPr>
          <p:nvPr>
            <p:ph type="body" sz="quarter" idx="10"/>
          </p:nvPr>
        </p:nvSpPr>
        <p:spPr>
          <a:xfrm>
            <a:off x="1684565" y="1299248"/>
            <a:ext cx="3286759" cy="279049"/>
          </a:xfrm>
        </p:spPr>
        <p:txBody>
          <a:bodyPr>
            <a:noAutofit/>
          </a:bodyPr>
          <a:lstStyle>
            <a:lvl1pPr algn="ctr">
              <a:defRPr sz="1500" b="0" i="0" baseline="0">
                <a:solidFill>
                  <a:schemeClr val="bg1"/>
                </a:solidFill>
                <a:latin typeface="Segoe UI" panose="020B0502040204020203" pitchFamily="34" charset="0"/>
                <a:ea typeface="Meiryo UI" panose="020B0604030504040204" pitchFamily="34" charset="-128"/>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lvl="0"/>
            <a:r>
              <a:rPr kumimoji="1" lang="ja-JP" altLang="en-US"/>
              <a:t>マスター テキストの書式設定</a:t>
            </a:r>
          </a:p>
        </p:txBody>
      </p:sp>
      <p:pic>
        <p:nvPicPr>
          <p:cNvPr id="10" name="LOGO" descr="テキスト&#10;&#10;自動的に生成された説明">
            <a:extLst>
              <a:ext uri="{FF2B5EF4-FFF2-40B4-BE49-F238E27FC236}">
                <a16:creationId xmlns:a16="http://schemas.microsoft.com/office/drawing/2014/main" id="{2F1AB5BC-9B6B-6B25-E6D9-6033879772F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11" name="object 13">
            <a:extLst>
              <a:ext uri="{FF2B5EF4-FFF2-40B4-BE49-F238E27FC236}">
                <a16:creationId xmlns:a16="http://schemas.microsoft.com/office/drawing/2014/main" id="{3FB4366F-D449-8B34-DC04-2022D1832753}"/>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12" name="object 12">
            <a:extLst>
              <a:ext uri="{FF2B5EF4-FFF2-40B4-BE49-F238E27FC236}">
                <a16:creationId xmlns:a16="http://schemas.microsoft.com/office/drawing/2014/main" id="{047A8F08-C9B5-B681-AE6A-B3501DBCC587}"/>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13220719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目次_A">
    <p:spTree>
      <p:nvGrpSpPr>
        <p:cNvPr id="1" name=""/>
        <p:cNvGrpSpPr/>
        <p:nvPr/>
      </p:nvGrpSpPr>
      <p:grpSpPr>
        <a:xfrm>
          <a:off x="0" y="0"/>
          <a:ext cx="0" cy="0"/>
          <a:chOff x="0" y="0"/>
          <a:chExt cx="0" cy="0"/>
        </a:xfrm>
      </p:grpSpPr>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4920018" y="945389"/>
            <a:ext cx="6293324" cy="4495800"/>
          </a:xfrm>
        </p:spPr>
        <p:txBody>
          <a:bodyPr>
            <a:noAutofit/>
          </a:bodyPr>
          <a:lstStyle>
            <a:lvl1pPr marL="3573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1pPr>
            <a:lvl2pPr marL="8001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2pPr>
            <a:lvl3pPr marL="12573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3pPr>
            <a:lvl4pPr marL="17145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4pPr>
            <a:lvl5pPr marL="21717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タイトル">
            <a:extLst>
              <a:ext uri="{FF2B5EF4-FFF2-40B4-BE49-F238E27FC236}">
                <a16:creationId xmlns:a16="http://schemas.microsoft.com/office/drawing/2014/main" id="{09A89F03-5E81-1E7A-45AC-470E217FDEAF}"/>
              </a:ext>
            </a:extLst>
          </p:cNvPr>
          <p:cNvSpPr>
            <a:spLocks noGrp="1"/>
          </p:cNvSpPr>
          <p:nvPr>
            <p:ph type="title"/>
          </p:nvPr>
        </p:nvSpPr>
        <p:spPr>
          <a:xfrm>
            <a:off x="1208101" y="945388"/>
            <a:ext cx="2994506" cy="4495800"/>
          </a:xfrm>
        </p:spPr>
        <p:txBody>
          <a:bodyPr anchor="ctr" anchorCtr="1">
            <a:noAutofit/>
          </a:bodyPr>
          <a:lstStyle>
            <a:lvl1pPr algn="ctr">
              <a:defRPr sz="2400" b="1" i="0" spc="0" baseline="0">
                <a:solidFill>
                  <a:schemeClr val="tx2"/>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object 2">
            <a:extLst>
              <a:ext uri="{FF2B5EF4-FFF2-40B4-BE49-F238E27FC236}">
                <a16:creationId xmlns:a16="http://schemas.microsoft.com/office/drawing/2014/main" id="{33DFCD49-E1FC-DD83-7AA3-3161AF9C0D55}"/>
              </a:ext>
            </a:extLst>
          </p:cNvPr>
          <p:cNvSpPr/>
          <p:nvPr/>
        </p:nvSpPr>
        <p:spPr>
          <a:xfrm>
            <a:off x="4571504" y="945388"/>
            <a:ext cx="25400" cy="4495800"/>
          </a:xfrm>
          <a:custGeom>
            <a:avLst/>
            <a:gdLst/>
            <a:ahLst/>
            <a:cxnLst/>
            <a:rect l="l" t="t" r="r" b="b"/>
            <a:pathLst>
              <a:path w="25400" h="4495800">
                <a:moveTo>
                  <a:pt x="25400" y="0"/>
                </a:moveTo>
                <a:lnTo>
                  <a:pt x="0" y="0"/>
                </a:lnTo>
                <a:lnTo>
                  <a:pt x="0" y="4495228"/>
                </a:lnTo>
                <a:lnTo>
                  <a:pt x="25400" y="4495228"/>
                </a:lnTo>
                <a:lnTo>
                  <a:pt x="25400" y="0"/>
                </a:lnTo>
                <a:close/>
              </a:path>
            </a:pathLst>
          </a:custGeom>
          <a:solidFill>
            <a:srgbClr val="0081CC"/>
          </a:solidFill>
        </p:spPr>
        <p:txBody>
          <a:bodyPr wrap="square" lIns="0" tIns="0" rIns="0" bIns="0" rtlCol="0"/>
          <a:lstStyle/>
          <a:p>
            <a:endParaRPr/>
          </a:p>
        </p:txBody>
      </p:sp>
      <p:pic>
        <p:nvPicPr>
          <p:cNvPr id="3" name="object 3">
            <a:extLst>
              <a:ext uri="{FF2B5EF4-FFF2-40B4-BE49-F238E27FC236}">
                <a16:creationId xmlns:a16="http://schemas.microsoft.com/office/drawing/2014/main" id="{B063A95D-A297-62F4-3F0D-416554F7E5AC}"/>
              </a:ext>
            </a:extLst>
          </p:cNvPr>
          <p:cNvPicPr/>
          <p:nvPr/>
        </p:nvPicPr>
        <p:blipFill>
          <a:blip r:embed="rId2" cstate="print"/>
          <a:stretch>
            <a:fillRect/>
          </a:stretch>
        </p:blipFill>
        <p:spPr>
          <a:xfrm>
            <a:off x="0" y="945387"/>
            <a:ext cx="813371" cy="4495228"/>
          </a:xfrm>
          <a:prstGeom prst="rect">
            <a:avLst/>
          </a:prstGeom>
        </p:spPr>
      </p:pic>
    </p:spTree>
    <p:extLst>
      <p:ext uri="{BB962C8B-B14F-4D97-AF65-F5344CB8AC3E}">
        <p14:creationId xmlns:p14="http://schemas.microsoft.com/office/powerpoint/2010/main" val="114669823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目次_B">
    <p:spTree>
      <p:nvGrpSpPr>
        <p:cNvPr id="1" name=""/>
        <p:cNvGrpSpPr/>
        <p:nvPr/>
      </p:nvGrpSpPr>
      <p:grpSpPr>
        <a:xfrm>
          <a:off x="0" y="0"/>
          <a:ext cx="0" cy="0"/>
          <a:chOff x="0" y="0"/>
          <a:chExt cx="0" cy="0"/>
        </a:xfrm>
      </p:grpSpPr>
      <p:grpSp>
        <p:nvGrpSpPr>
          <p:cNvPr id="3" name="object 2">
            <a:extLst>
              <a:ext uri="{FF2B5EF4-FFF2-40B4-BE49-F238E27FC236}">
                <a16:creationId xmlns:a16="http://schemas.microsoft.com/office/drawing/2014/main" id="{930D0121-30C1-6AA2-37A5-33F546D8DA9B}"/>
              </a:ext>
            </a:extLst>
          </p:cNvPr>
          <p:cNvGrpSpPr/>
          <p:nvPr/>
        </p:nvGrpSpPr>
        <p:grpSpPr>
          <a:xfrm>
            <a:off x="0" y="945387"/>
            <a:ext cx="4597400" cy="4495800"/>
            <a:chOff x="0" y="945387"/>
            <a:chExt cx="4597400" cy="4495800"/>
          </a:xfrm>
        </p:grpSpPr>
        <p:pic>
          <p:nvPicPr>
            <p:cNvPr id="4" name="object 3">
              <a:extLst>
                <a:ext uri="{FF2B5EF4-FFF2-40B4-BE49-F238E27FC236}">
                  <a16:creationId xmlns:a16="http://schemas.microsoft.com/office/drawing/2014/main" id="{4D5AC5A5-CDAC-4467-217B-E0D9749EBD6F}"/>
                </a:ext>
              </a:extLst>
            </p:cNvPr>
            <p:cNvPicPr/>
            <p:nvPr/>
          </p:nvPicPr>
          <p:blipFill>
            <a:blip r:embed="rId2" cstate="print"/>
            <a:stretch>
              <a:fillRect/>
            </a:stretch>
          </p:blipFill>
          <p:spPr>
            <a:xfrm>
              <a:off x="813371" y="945387"/>
              <a:ext cx="3783533" cy="4495228"/>
            </a:xfrm>
            <a:prstGeom prst="rect">
              <a:avLst/>
            </a:prstGeom>
          </p:spPr>
        </p:pic>
        <p:sp>
          <p:nvSpPr>
            <p:cNvPr id="5" name="object 4">
              <a:extLst>
                <a:ext uri="{FF2B5EF4-FFF2-40B4-BE49-F238E27FC236}">
                  <a16:creationId xmlns:a16="http://schemas.microsoft.com/office/drawing/2014/main" id="{D5E15685-ACF9-62A7-FC8B-96457352763B}"/>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4920018" y="945389"/>
            <a:ext cx="6293324" cy="4495800"/>
          </a:xfrm>
        </p:spPr>
        <p:txBody>
          <a:bodyPr>
            <a:noAutofit/>
          </a:bodyPr>
          <a:lstStyle>
            <a:lvl1pPr marL="3573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1pPr>
            <a:lvl2pPr marL="8001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2pPr>
            <a:lvl3pPr marL="12573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3pPr>
            <a:lvl4pPr marL="17145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4pPr>
            <a:lvl5pPr marL="21717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タイトル">
            <a:extLst>
              <a:ext uri="{FF2B5EF4-FFF2-40B4-BE49-F238E27FC236}">
                <a16:creationId xmlns:a16="http://schemas.microsoft.com/office/drawing/2014/main" id="{09A89F03-5E81-1E7A-45AC-470E217FDEAF}"/>
              </a:ext>
            </a:extLst>
          </p:cNvPr>
          <p:cNvSpPr>
            <a:spLocks noGrp="1"/>
          </p:cNvSpPr>
          <p:nvPr>
            <p:ph type="title"/>
          </p:nvPr>
        </p:nvSpPr>
        <p:spPr>
          <a:xfrm>
            <a:off x="1208101" y="945388"/>
            <a:ext cx="2994506" cy="4495800"/>
          </a:xfrm>
        </p:spPr>
        <p:txBody>
          <a:bodyPr anchor="ctr" anchorCtr="1">
            <a:noAutofit/>
          </a:bodyPr>
          <a:lstStyle>
            <a:lvl1pPr algn="ctr">
              <a:defRPr sz="2400" b="1" i="0" spc="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Tree>
    <p:extLst>
      <p:ext uri="{BB962C8B-B14F-4D97-AF65-F5344CB8AC3E}">
        <p14:creationId xmlns:p14="http://schemas.microsoft.com/office/powerpoint/2010/main" val="349547537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中表紙_A">
    <p:spTree>
      <p:nvGrpSpPr>
        <p:cNvPr id="1" name=""/>
        <p:cNvGrpSpPr/>
        <p:nvPr/>
      </p:nvGrpSpPr>
      <p:grpSpPr>
        <a:xfrm>
          <a:off x="0" y="0"/>
          <a:ext cx="0" cy="0"/>
          <a:chOff x="0" y="0"/>
          <a:chExt cx="0" cy="0"/>
        </a:xfrm>
      </p:grpSpPr>
      <p:sp>
        <p:nvSpPr>
          <p:cNvPr id="3" name="タイトル">
            <a:extLst>
              <a:ext uri="{FF2B5EF4-FFF2-40B4-BE49-F238E27FC236}">
                <a16:creationId xmlns:a16="http://schemas.microsoft.com/office/drawing/2014/main" id="{C7975F62-56BC-5323-200D-B3DA4BB315BF}"/>
              </a:ext>
            </a:extLst>
          </p:cNvPr>
          <p:cNvSpPr>
            <a:spLocks noGrp="1"/>
          </p:cNvSpPr>
          <p:nvPr>
            <p:ph type="title"/>
          </p:nvPr>
        </p:nvSpPr>
        <p:spPr>
          <a:xfrm>
            <a:off x="1194372" y="970788"/>
            <a:ext cx="4648199" cy="4444428"/>
          </a:xfrm>
        </p:spPr>
        <p:txBody>
          <a:bodyPr anchor="ctr" anchorCtr="0">
            <a:noAutofit/>
          </a:bodyPr>
          <a:lstStyle>
            <a:lvl1pPr algn="l">
              <a:defRPr sz="2400" b="1" i="0" spc="0" baseline="0">
                <a:solidFill>
                  <a:schemeClr val="tx2"/>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pic>
        <p:nvPicPr>
          <p:cNvPr id="2" name="object 2">
            <a:extLst>
              <a:ext uri="{FF2B5EF4-FFF2-40B4-BE49-F238E27FC236}">
                <a16:creationId xmlns:a16="http://schemas.microsoft.com/office/drawing/2014/main" id="{17AE3CFA-653A-1522-6DBF-1A5AFE2544BA}"/>
              </a:ext>
            </a:extLst>
          </p:cNvPr>
          <p:cNvPicPr/>
          <p:nvPr/>
        </p:nvPicPr>
        <p:blipFill>
          <a:blip r:embed="rId2" cstate="print"/>
          <a:stretch>
            <a:fillRect/>
          </a:stretch>
        </p:blipFill>
        <p:spPr>
          <a:xfrm>
            <a:off x="0" y="945387"/>
            <a:ext cx="813371" cy="4495228"/>
          </a:xfrm>
          <a:prstGeom prst="rect">
            <a:avLst/>
          </a:prstGeom>
        </p:spPr>
      </p:pic>
      <p:sp>
        <p:nvSpPr>
          <p:cNvPr id="4" name="object 3">
            <a:extLst>
              <a:ext uri="{FF2B5EF4-FFF2-40B4-BE49-F238E27FC236}">
                <a16:creationId xmlns:a16="http://schemas.microsoft.com/office/drawing/2014/main" id="{E4620FE6-B275-64BD-DC0C-F0BB9980B0C0}"/>
              </a:ext>
            </a:extLst>
          </p:cNvPr>
          <p:cNvSpPr/>
          <p:nvPr/>
        </p:nvSpPr>
        <p:spPr>
          <a:xfrm>
            <a:off x="1194371" y="945388"/>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
        <p:nvSpPr>
          <p:cNvPr id="5" name="object 4">
            <a:extLst>
              <a:ext uri="{FF2B5EF4-FFF2-40B4-BE49-F238E27FC236}">
                <a16:creationId xmlns:a16="http://schemas.microsoft.com/office/drawing/2014/main" id="{3B47303A-EB95-4FD9-0B03-4C15806D16EF}"/>
              </a:ext>
            </a:extLst>
          </p:cNvPr>
          <p:cNvSpPr/>
          <p:nvPr/>
        </p:nvSpPr>
        <p:spPr>
          <a:xfrm>
            <a:off x="1194371" y="5415216"/>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Tree>
    <p:extLst>
      <p:ext uri="{BB962C8B-B14F-4D97-AF65-F5344CB8AC3E}">
        <p14:creationId xmlns:p14="http://schemas.microsoft.com/office/powerpoint/2010/main" val="16862789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中表紙_B">
    <p:spTree>
      <p:nvGrpSpPr>
        <p:cNvPr id="1" name=""/>
        <p:cNvGrpSpPr/>
        <p:nvPr/>
      </p:nvGrpSpPr>
      <p:grpSpPr>
        <a:xfrm>
          <a:off x="0" y="0"/>
          <a:ext cx="0" cy="0"/>
          <a:chOff x="0" y="0"/>
          <a:chExt cx="0" cy="0"/>
        </a:xfrm>
      </p:grpSpPr>
      <p:grpSp>
        <p:nvGrpSpPr>
          <p:cNvPr id="2" name="object 2">
            <a:extLst>
              <a:ext uri="{FF2B5EF4-FFF2-40B4-BE49-F238E27FC236}">
                <a16:creationId xmlns:a16="http://schemas.microsoft.com/office/drawing/2014/main" id="{79539DD8-E216-35BF-84FE-EC92636F953D}"/>
              </a:ext>
            </a:extLst>
          </p:cNvPr>
          <p:cNvGrpSpPr/>
          <p:nvPr/>
        </p:nvGrpSpPr>
        <p:grpSpPr>
          <a:xfrm>
            <a:off x="0" y="945388"/>
            <a:ext cx="5842000" cy="4495800"/>
            <a:chOff x="0" y="945388"/>
            <a:chExt cx="5842000" cy="4495800"/>
          </a:xfrm>
        </p:grpSpPr>
        <p:pic>
          <p:nvPicPr>
            <p:cNvPr id="4" name="object 3">
              <a:extLst>
                <a:ext uri="{FF2B5EF4-FFF2-40B4-BE49-F238E27FC236}">
                  <a16:creationId xmlns:a16="http://schemas.microsoft.com/office/drawing/2014/main" id="{0B57F955-76D1-A3CF-285B-113AEE3EC193}"/>
                </a:ext>
              </a:extLst>
            </p:cNvPr>
            <p:cNvPicPr/>
            <p:nvPr/>
          </p:nvPicPr>
          <p:blipFill>
            <a:blip r:embed="rId2" cstate="print"/>
            <a:stretch>
              <a:fillRect/>
            </a:stretch>
          </p:blipFill>
          <p:spPr>
            <a:xfrm>
              <a:off x="813371" y="945388"/>
              <a:ext cx="5028628" cy="4495228"/>
            </a:xfrm>
            <a:prstGeom prst="rect">
              <a:avLst/>
            </a:prstGeom>
          </p:spPr>
        </p:pic>
        <p:sp>
          <p:nvSpPr>
            <p:cNvPr id="5" name="object 4">
              <a:extLst>
                <a:ext uri="{FF2B5EF4-FFF2-40B4-BE49-F238E27FC236}">
                  <a16:creationId xmlns:a16="http://schemas.microsoft.com/office/drawing/2014/main" id="{91E80E5D-13D9-32C7-73EC-5589ECFD8066}"/>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
        <p:nvSpPr>
          <p:cNvPr id="3" name="タイトル">
            <a:extLst>
              <a:ext uri="{FF2B5EF4-FFF2-40B4-BE49-F238E27FC236}">
                <a16:creationId xmlns:a16="http://schemas.microsoft.com/office/drawing/2014/main" id="{C7975F62-56BC-5323-200D-B3DA4BB315BF}"/>
              </a:ext>
            </a:extLst>
          </p:cNvPr>
          <p:cNvSpPr>
            <a:spLocks noGrp="1"/>
          </p:cNvSpPr>
          <p:nvPr>
            <p:ph type="title"/>
          </p:nvPr>
        </p:nvSpPr>
        <p:spPr>
          <a:xfrm>
            <a:off x="1194373" y="970788"/>
            <a:ext cx="4266912" cy="4444428"/>
          </a:xfrm>
        </p:spPr>
        <p:txBody>
          <a:bodyPr anchor="ctr" anchorCtr="0">
            <a:noAutofit/>
          </a:bodyPr>
          <a:lstStyle>
            <a:lvl1pPr algn="l">
              <a:defRPr sz="2400" b="1" i="0" spc="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Tree>
    <p:extLst>
      <p:ext uri="{BB962C8B-B14F-4D97-AF65-F5344CB8AC3E}">
        <p14:creationId xmlns:p14="http://schemas.microsoft.com/office/powerpoint/2010/main" val="33494079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本文_ナンバー入り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F4399D90-F9AD-0F8F-E50F-B4D1C90D120A}"/>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pic>
        <p:nvPicPr>
          <p:cNvPr id="5" name="BAM_LOGO" descr="アイコン&#10;&#10;自動的に生成された説明">
            <a:extLst>
              <a:ext uri="{FF2B5EF4-FFF2-40B4-BE49-F238E27FC236}">
                <a16:creationId xmlns:a16="http://schemas.microsoft.com/office/drawing/2014/main" id="{889B3466-9022-4CEA-6D52-E95DA4D394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grpSp>
        <p:nvGrpSpPr>
          <p:cNvPr id="6" name="グループ化 5">
            <a:extLst>
              <a:ext uri="{FF2B5EF4-FFF2-40B4-BE49-F238E27FC236}">
                <a16:creationId xmlns:a16="http://schemas.microsoft.com/office/drawing/2014/main" id="{9D5E8B2D-F9D2-E662-0020-2B254CEAC36E}"/>
              </a:ext>
            </a:extLst>
          </p:cNvPr>
          <p:cNvGrpSpPr/>
          <p:nvPr/>
        </p:nvGrpSpPr>
        <p:grpSpPr>
          <a:xfrm>
            <a:off x="0" y="0"/>
            <a:ext cx="813371" cy="848579"/>
            <a:chOff x="0" y="0"/>
            <a:chExt cx="813371" cy="848579"/>
          </a:xfrm>
        </p:grpSpPr>
        <p:pic>
          <p:nvPicPr>
            <p:cNvPr id="7" name="object 3">
              <a:extLst>
                <a:ext uri="{FF2B5EF4-FFF2-40B4-BE49-F238E27FC236}">
                  <a16:creationId xmlns:a16="http://schemas.microsoft.com/office/drawing/2014/main" id="{699D0959-2FB7-43B9-FD16-2848CEC389D8}"/>
                </a:ext>
              </a:extLst>
            </p:cNvPr>
            <p:cNvPicPr/>
            <p:nvPr/>
          </p:nvPicPr>
          <p:blipFill>
            <a:blip r:embed="rId3" cstate="print"/>
            <a:stretch>
              <a:fillRect/>
            </a:stretch>
          </p:blipFill>
          <p:spPr>
            <a:xfrm>
              <a:off x="0" y="0"/>
              <a:ext cx="813371" cy="848579"/>
            </a:xfrm>
            <a:prstGeom prst="rect">
              <a:avLst/>
            </a:prstGeom>
          </p:spPr>
        </p:pic>
        <p:sp>
          <p:nvSpPr>
            <p:cNvPr id="8" name="タイトル 3">
              <a:extLst>
                <a:ext uri="{FF2B5EF4-FFF2-40B4-BE49-F238E27FC236}">
                  <a16:creationId xmlns:a16="http://schemas.microsoft.com/office/drawing/2014/main" id="{7B828287-8CC2-311F-0C28-F0D30B91434C}"/>
                </a:ext>
              </a:extLst>
            </p:cNvPr>
            <p:cNvSpPr txBox="1">
              <a:spLocks/>
            </p:cNvSpPr>
            <p:nvPr/>
          </p:nvSpPr>
          <p:spPr>
            <a:xfrm>
              <a:off x="0" y="0"/>
              <a:ext cx="813371" cy="848579"/>
            </a:xfrm>
            <a:prstGeom prst="rect">
              <a:avLst/>
            </a:prstGeom>
          </p:spPr>
          <p:txBody>
            <a:bodyPr wrap="square" lIns="0" tIns="0" rIns="0" bIns="0" anchor="ctr">
              <a:noAutofit/>
            </a:bodyPr>
            <a:lstStyle>
              <a:lvl1pPr eaLnBrk="1" hangingPunct="1">
                <a:defRPr kumimoji="1" sz="2100" b="1" i="0" cap="none" spc="0" baseline="0">
                  <a:solidFill>
                    <a:srgbClr val="005295"/>
                  </a:solidFill>
                  <a:latin typeface="Segoe UI" panose="020B0502040204020203" pitchFamily="34" charset="0"/>
                  <a:ea typeface="Meiryo UI" panose="020B0604030504040204" pitchFamily="34" charset="-128"/>
                  <a:cs typeface="YuGothicStd-L"/>
                </a:defRPr>
              </a:lvl1pPr>
            </a:lstStyle>
            <a:p>
              <a:pPr algn="ctr"/>
              <a:r>
                <a:rPr lang="en-US" altLang="ja-JP" sz="4000" b="0">
                  <a:solidFill>
                    <a:schemeClr val="bg1"/>
                  </a:solidFill>
                  <a:latin typeface="+mn-lt"/>
                  <a:ea typeface="Calibri" panose="020F0502020204030204" pitchFamily="34" charset="0"/>
                  <a:cs typeface="Calibri" panose="020F0502020204030204" pitchFamily="34" charset="0"/>
                </a:rPr>
                <a:t>1</a:t>
              </a:r>
              <a:endParaRPr lang="ja-JP" altLang="en-US" sz="4000" b="0">
                <a:solidFill>
                  <a:schemeClr val="bg1"/>
                </a:solidFill>
                <a:latin typeface="+mn-lt"/>
                <a:ea typeface="游ゴシック Medium" panose="020B0500000000000000" pitchFamily="50" charset="-128"/>
                <a:cs typeface="Calibri" panose="020F0502020204030204" pitchFamily="34" charset="0"/>
              </a:endParaRPr>
            </a:p>
          </p:txBody>
        </p:sp>
      </p:grpSp>
    </p:spTree>
    <p:extLst>
      <p:ext uri="{BB962C8B-B14F-4D97-AF65-F5344CB8AC3E}">
        <p14:creationId xmlns:p14="http://schemas.microsoft.com/office/powerpoint/2010/main" val="33038693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本文_ナンバー入り">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913F870C-A870-653E-6E09-B7FC3B9BB72B}"/>
              </a:ext>
            </a:extLst>
          </p:cNvPr>
          <p:cNvGraphicFramePr>
            <a:graphicFrameLocks noChangeAspect="1"/>
          </p:cNvGraphicFramePr>
          <p:nvPr>
            <p:custDataLst>
              <p:tags r:id="rId1"/>
            </p:custDataLst>
            <p:extLst>
              <p:ext uri="{D42A27DB-BD31-4B8C-83A1-F6EECF244321}">
                <p14:modId xmlns:p14="http://schemas.microsoft.com/office/powerpoint/2010/main" val="26927584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10" name="think-cell data - do not delete" hidden="1">
                        <a:extLst>
                          <a:ext uri="{FF2B5EF4-FFF2-40B4-BE49-F238E27FC236}">
                            <a16:creationId xmlns:a16="http://schemas.microsoft.com/office/drawing/2014/main" id="{913F870C-A870-653E-6E09-B7FC3B9BB72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mn-lt"/>
                <a:ea typeface="Meiryo UI" panose="020B0604030504040204" pitchFamily="34" charset="-128"/>
              </a:defRPr>
            </a:lvl1pPr>
            <a:lvl2pPr>
              <a:spcAft>
                <a:spcPts val="500"/>
              </a:spcAft>
              <a:defRPr sz="1600" b="0" i="0" baseline="0">
                <a:solidFill>
                  <a:schemeClr val="tx1"/>
                </a:solidFill>
                <a:latin typeface="+mn-lt"/>
                <a:ea typeface="Meiryo UI" panose="020B0604030504040204" pitchFamily="34" charset="-128"/>
              </a:defRPr>
            </a:lvl2pPr>
            <a:lvl3pPr>
              <a:spcAft>
                <a:spcPts val="500"/>
              </a:spcAft>
              <a:defRPr sz="1600" b="0" i="0" baseline="0">
                <a:solidFill>
                  <a:schemeClr val="tx1"/>
                </a:solidFill>
                <a:latin typeface="+mn-lt"/>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F4399D90-F9AD-0F8F-E50F-B4D1C90D120A}"/>
              </a:ext>
            </a:extLst>
          </p:cNvPr>
          <p:cNvSpPr>
            <a:spLocks noGrp="1"/>
          </p:cNvSpPr>
          <p:nvPr>
            <p:ph type="title"/>
          </p:nvPr>
        </p:nvSpPr>
        <p:spPr>
          <a:xfrm>
            <a:off x="978658" y="275024"/>
            <a:ext cx="10235442" cy="323165"/>
          </a:xfrm>
        </p:spPr>
        <p:txBody>
          <a:bodyPr vert="horz">
            <a:noAutofit/>
          </a:bodyPr>
          <a:lstStyle>
            <a:lvl1pPr>
              <a:defRPr sz="2100" b="1" i="0" spc="0" baseline="0">
                <a:latin typeface="+mn-lt"/>
                <a:ea typeface="Meiryo UI" panose="020B0604030504040204" pitchFamily="34" charset="-128"/>
              </a:defRPr>
            </a:lvl1pPr>
          </a:lstStyle>
          <a:p>
            <a:r>
              <a:rPr kumimoji="1" lang="ja-JP" altLang="en-US"/>
              <a:t>マスター タイトルの書式設定</a:t>
            </a:r>
          </a:p>
        </p:txBody>
      </p:sp>
      <p:grpSp>
        <p:nvGrpSpPr>
          <p:cNvPr id="6" name="グループ化 5">
            <a:extLst>
              <a:ext uri="{FF2B5EF4-FFF2-40B4-BE49-F238E27FC236}">
                <a16:creationId xmlns:a16="http://schemas.microsoft.com/office/drawing/2014/main" id="{B9D2D1E6-BB00-0971-DA63-5AB5268A8F9E}"/>
              </a:ext>
            </a:extLst>
          </p:cNvPr>
          <p:cNvGrpSpPr/>
          <p:nvPr/>
        </p:nvGrpSpPr>
        <p:grpSpPr>
          <a:xfrm>
            <a:off x="0" y="0"/>
            <a:ext cx="813371" cy="848579"/>
            <a:chOff x="0" y="0"/>
            <a:chExt cx="813371" cy="848579"/>
          </a:xfrm>
        </p:grpSpPr>
        <p:pic>
          <p:nvPicPr>
            <p:cNvPr id="7" name="object 3">
              <a:extLst>
                <a:ext uri="{FF2B5EF4-FFF2-40B4-BE49-F238E27FC236}">
                  <a16:creationId xmlns:a16="http://schemas.microsoft.com/office/drawing/2014/main" id="{170ECB4B-EED2-A5E3-7874-B78195A5366D}"/>
                </a:ext>
              </a:extLst>
            </p:cNvPr>
            <p:cNvPicPr/>
            <p:nvPr/>
          </p:nvPicPr>
          <p:blipFill>
            <a:blip r:embed="rId5" cstate="print"/>
            <a:stretch>
              <a:fillRect/>
            </a:stretch>
          </p:blipFill>
          <p:spPr>
            <a:xfrm>
              <a:off x="0" y="0"/>
              <a:ext cx="813371" cy="848579"/>
            </a:xfrm>
            <a:prstGeom prst="rect">
              <a:avLst/>
            </a:prstGeom>
          </p:spPr>
        </p:pic>
        <p:sp>
          <p:nvSpPr>
            <p:cNvPr id="8" name="タイトル 3">
              <a:extLst>
                <a:ext uri="{FF2B5EF4-FFF2-40B4-BE49-F238E27FC236}">
                  <a16:creationId xmlns:a16="http://schemas.microsoft.com/office/drawing/2014/main" id="{0D5438A2-51A2-1399-B828-BD791A917B65}"/>
                </a:ext>
              </a:extLst>
            </p:cNvPr>
            <p:cNvSpPr txBox="1">
              <a:spLocks/>
            </p:cNvSpPr>
            <p:nvPr/>
          </p:nvSpPr>
          <p:spPr>
            <a:xfrm>
              <a:off x="0" y="0"/>
              <a:ext cx="813371" cy="848579"/>
            </a:xfrm>
            <a:prstGeom prst="rect">
              <a:avLst/>
            </a:prstGeom>
          </p:spPr>
          <p:txBody>
            <a:bodyPr wrap="square" lIns="0" tIns="0" rIns="0" bIns="0" anchor="ctr">
              <a:noAutofit/>
            </a:bodyPr>
            <a:lstStyle>
              <a:lvl1pPr eaLnBrk="1" hangingPunct="1">
                <a:defRPr kumimoji="1" sz="2100" b="1" i="0" cap="none" spc="0" baseline="0">
                  <a:solidFill>
                    <a:srgbClr val="005295"/>
                  </a:solidFill>
                  <a:latin typeface="Segoe UI" panose="020B0502040204020203" pitchFamily="34" charset="0"/>
                  <a:ea typeface="Meiryo UI" panose="020B0604030504040204" pitchFamily="34" charset="-128"/>
                  <a:cs typeface="YuGothicStd-L"/>
                </a:defRPr>
              </a:lvl1pPr>
            </a:lstStyle>
            <a:p>
              <a:pPr algn="ctr"/>
              <a:endParaRPr lang="ja-JP" altLang="en-US" sz="4000" b="0">
                <a:solidFill>
                  <a:schemeClr val="bg1"/>
                </a:solidFill>
                <a:latin typeface="+mn-lt"/>
                <a:ea typeface="游ゴシック Medium" panose="020B0500000000000000" pitchFamily="50" charset="-128"/>
                <a:cs typeface="Calibri" panose="020F0502020204030204" pitchFamily="34" charset="0"/>
              </a:endParaRPr>
            </a:p>
          </p:txBody>
        </p:sp>
      </p:grpSp>
    </p:spTree>
    <p:extLst>
      <p:ext uri="{BB962C8B-B14F-4D97-AF65-F5344CB8AC3E}">
        <p14:creationId xmlns:p14="http://schemas.microsoft.com/office/powerpoint/2010/main" val="334891714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本文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81AEEF02-1BFB-3EB0-19ED-C218A8A17AE8}"/>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857DE349-559E-28B3-516B-A7100EAE585C}"/>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pic>
        <p:nvPicPr>
          <p:cNvPr id="5" name="BAM_LOGO" descr="アイコン&#10;&#10;自動的に生成された説明">
            <a:extLst>
              <a:ext uri="{FF2B5EF4-FFF2-40B4-BE49-F238E27FC236}">
                <a16:creationId xmlns:a16="http://schemas.microsoft.com/office/drawing/2014/main" id="{B512E199-7640-C4BF-75F5-CB2F5BEB6C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26879275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本文">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81AEEF02-1BFB-3EB0-19ED-C218A8A17AE8}"/>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857DE349-559E-28B3-516B-A7100EAE585C}"/>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Tree>
    <p:extLst>
      <p:ext uri="{BB962C8B-B14F-4D97-AF65-F5344CB8AC3E}">
        <p14:creationId xmlns:p14="http://schemas.microsoft.com/office/powerpoint/2010/main" val="20913145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本文_白紙_BAM">
    <p:spTree>
      <p:nvGrpSpPr>
        <p:cNvPr id="1" name=""/>
        <p:cNvGrpSpPr/>
        <p:nvPr/>
      </p:nvGrpSpPr>
      <p:grpSpPr>
        <a:xfrm>
          <a:off x="0" y="0"/>
          <a:ext cx="0" cy="0"/>
          <a:chOff x="0" y="0"/>
          <a:chExt cx="0" cy="0"/>
        </a:xfrm>
      </p:grpSpPr>
      <p:pic>
        <p:nvPicPr>
          <p:cNvPr id="2" name="BAM_LOGO" descr="アイコン&#10;&#10;自動的に生成された説明">
            <a:extLst>
              <a:ext uri="{FF2B5EF4-FFF2-40B4-BE49-F238E27FC236}">
                <a16:creationId xmlns:a16="http://schemas.microsoft.com/office/drawing/2014/main" id="{4FD953A0-0DA5-5E36-2B38-54A6A9AF5D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34803340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本文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7195169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obj"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5201298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表紙_背景のみ">
    <p:spTree>
      <p:nvGrpSpPr>
        <p:cNvPr id="1" name=""/>
        <p:cNvGrpSpPr/>
        <p:nvPr/>
      </p:nvGrpSpPr>
      <p:grpSpPr>
        <a:xfrm>
          <a:off x="0" y="0"/>
          <a:ext cx="0" cy="0"/>
          <a:chOff x="0" y="0"/>
          <a:chExt cx="0" cy="0"/>
        </a:xfrm>
      </p:grpSpPr>
      <p:grpSp>
        <p:nvGrpSpPr>
          <p:cNvPr id="10" name="グループ化 9">
            <a:extLst>
              <a:ext uri="{FF2B5EF4-FFF2-40B4-BE49-F238E27FC236}">
                <a16:creationId xmlns:a16="http://schemas.microsoft.com/office/drawing/2014/main" id="{FE878CA5-BB3C-CFFC-FC46-E75C6ACA9672}"/>
              </a:ext>
            </a:extLst>
          </p:cNvPr>
          <p:cNvGrpSpPr/>
          <p:nvPr/>
        </p:nvGrpSpPr>
        <p:grpSpPr>
          <a:xfrm>
            <a:off x="0" y="0"/>
            <a:ext cx="12192000" cy="6858367"/>
            <a:chOff x="0" y="0"/>
            <a:chExt cx="12192000" cy="6858367"/>
          </a:xfrm>
        </p:grpSpPr>
        <p:pic>
          <p:nvPicPr>
            <p:cNvPr id="8" name="図 7" descr="海に浮かぶ島&#10;&#10;中程度の精度で自動的に生成された説明">
              <a:extLst>
                <a:ext uri="{FF2B5EF4-FFF2-40B4-BE49-F238E27FC236}">
                  <a16:creationId xmlns:a16="http://schemas.microsoft.com/office/drawing/2014/main" id="{7AD09720-5340-4185-8D4B-3D6A5C04ADD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図 3">
              <a:extLst>
                <a:ext uri="{FF2B5EF4-FFF2-40B4-BE49-F238E27FC236}">
                  <a16:creationId xmlns:a16="http://schemas.microsoft.com/office/drawing/2014/main" id="{44A5D4B2-5D61-5257-161E-1C7F827EEC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375767"/>
              <a:ext cx="12192000" cy="482600"/>
            </a:xfrm>
            <a:prstGeom prst="rect">
              <a:avLst/>
            </a:prstGeom>
          </p:spPr>
        </p:pic>
      </p:grpSp>
      <p:grpSp>
        <p:nvGrpSpPr>
          <p:cNvPr id="5" name="グループ化 4">
            <a:extLst>
              <a:ext uri="{FF2B5EF4-FFF2-40B4-BE49-F238E27FC236}">
                <a16:creationId xmlns:a16="http://schemas.microsoft.com/office/drawing/2014/main" id="{BA4808C7-3901-49A2-AAC4-329327E806FB}"/>
              </a:ext>
            </a:extLst>
          </p:cNvPr>
          <p:cNvGrpSpPr/>
          <p:nvPr/>
        </p:nvGrpSpPr>
        <p:grpSpPr>
          <a:xfrm>
            <a:off x="0" y="0"/>
            <a:ext cx="12192000" cy="6858367"/>
            <a:chOff x="0" y="0"/>
            <a:chExt cx="12192000" cy="6858367"/>
          </a:xfrm>
        </p:grpSpPr>
        <p:pic>
          <p:nvPicPr>
            <p:cNvPr id="6" name="図 5" descr="海に浮かぶ島&#10;&#10;中程度の精度で自動的に生成された説明">
              <a:extLst>
                <a:ext uri="{FF2B5EF4-FFF2-40B4-BE49-F238E27FC236}">
                  <a16:creationId xmlns:a16="http://schemas.microsoft.com/office/drawing/2014/main" id="{762AE049-85C8-463B-86B5-6378D09E1F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図 6">
              <a:extLst>
                <a:ext uri="{FF2B5EF4-FFF2-40B4-BE49-F238E27FC236}">
                  <a16:creationId xmlns:a16="http://schemas.microsoft.com/office/drawing/2014/main" id="{F982A7F5-2AFB-46EF-B54C-B6EDE50D855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375767"/>
              <a:ext cx="12192000" cy="482600"/>
            </a:xfrm>
            <a:prstGeom prst="rect">
              <a:avLst/>
            </a:prstGeom>
          </p:spPr>
        </p:pic>
      </p:grpSp>
    </p:spTree>
    <p:extLst>
      <p:ext uri="{BB962C8B-B14F-4D97-AF65-F5344CB8AC3E}">
        <p14:creationId xmlns:p14="http://schemas.microsoft.com/office/powerpoint/2010/main" val="29907640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ody with Number">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5" name="本文">
            <a:extLst>
              <a:ext uri="{FF2B5EF4-FFF2-40B4-BE49-F238E27FC236}">
                <a16:creationId xmlns:a16="http://schemas.microsoft.com/office/drawing/2014/main" id="{A3306673-5D8E-18CA-35ED-26F0E7522503}"/>
              </a:ext>
            </a:extLst>
          </p:cNvPr>
          <p:cNvSpPr>
            <a:spLocks noGrp="1"/>
          </p:cNvSpPr>
          <p:nvPr>
            <p:ph type="body" sz="quarter" idx="11" hasCustomPrompt="1"/>
          </p:nvPr>
        </p:nvSpPr>
        <p:spPr>
          <a:xfrm>
            <a:off x="977900" y="1021361"/>
            <a:ext cx="10235442" cy="5166915"/>
          </a:xfrm>
        </p:spPr>
        <p:txBody>
          <a:bodyPr>
            <a:noAutofit/>
          </a:bodyPr>
          <a:lstStyle>
            <a:lvl1pPr>
              <a:lnSpc>
                <a:spcPct val="110000"/>
              </a:lnSpc>
              <a:spcAft>
                <a:spcPts val="500"/>
              </a:spcAft>
              <a:defRPr sz="1600" b="0" i="0" baseline="0">
                <a:solidFill>
                  <a:schemeClr val="tx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sample text</a:t>
            </a:r>
            <a:endParaRPr kumimoji="1" lang="ja-JP" altLang="en-US"/>
          </a:p>
        </p:txBody>
      </p:sp>
      <p:sp>
        <p:nvSpPr>
          <p:cNvPr id="8" name="タイトル">
            <a:extLst>
              <a:ext uri="{FF2B5EF4-FFF2-40B4-BE49-F238E27FC236}">
                <a16:creationId xmlns:a16="http://schemas.microsoft.com/office/drawing/2014/main" id="{15CE4436-A8BD-3424-5B75-1ECBFCD1FF3D}"/>
              </a:ext>
            </a:extLst>
          </p:cNvPr>
          <p:cNvSpPr>
            <a:spLocks noGrp="1"/>
          </p:cNvSpPr>
          <p:nvPr>
            <p:ph type="title" hasCustomPrompt="1"/>
          </p:nvPr>
        </p:nvSpPr>
        <p:spPr>
          <a:xfrm>
            <a:off x="978658" y="275024"/>
            <a:ext cx="10230680" cy="323165"/>
          </a:xfrm>
        </p:spPr>
        <p:txBody>
          <a:bodyPr anchor="ctr" anchorCtr="0">
            <a:noAutofit/>
          </a:bodyPr>
          <a:lstStyle>
            <a:lvl1pPr>
              <a:defRPr sz="2100" b="1" i="0" spc="0" baseline="0">
                <a:solidFill>
                  <a:schemeClr val="tx2"/>
                </a:solidFill>
                <a:latin typeface="Segoe UI" panose="020B0502040204020203" pitchFamily="34" charset="0"/>
                <a:ea typeface="Yu Gothic" panose="020B0400000000000000" pitchFamily="34" charset="-128"/>
                <a:cs typeface="Segoe UI" panose="020B0502040204020203" pitchFamily="34" charset="0"/>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JP"/>
              <a:t>Title text</a:t>
            </a:r>
            <a:endParaRPr kumimoji="1" lang="ja-JP" altLang="en-US"/>
          </a:p>
        </p:txBody>
      </p:sp>
      <p:sp>
        <p:nvSpPr>
          <p:cNvPr id="2" name="ナンバー">
            <a:extLst>
              <a:ext uri="{FF2B5EF4-FFF2-40B4-BE49-F238E27FC236}">
                <a16:creationId xmlns:a16="http://schemas.microsoft.com/office/drawing/2014/main" id="{4151988A-B2B4-8AB6-7412-6920A9F45684}"/>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spTree>
    <p:extLst>
      <p:ext uri="{BB962C8B-B14F-4D97-AF65-F5344CB8AC3E}">
        <p14:creationId xmlns:p14="http://schemas.microsoft.com/office/powerpoint/2010/main" val="33166866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F67C51-5DE1-169C-0B5E-A308B5AE3F6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A9E2DE53-3380-8CFD-D443-76E0CBAAD4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44E1A79-AD16-C093-80B4-7F2B6D8C8B1A}"/>
              </a:ext>
            </a:extLst>
          </p:cNvPr>
          <p:cNvSpPr>
            <a:spLocks noGrp="1"/>
          </p:cNvSpPr>
          <p:nvPr>
            <p:ph type="dt" sz="half" idx="10"/>
          </p:nvPr>
        </p:nvSpPr>
        <p:spPr/>
        <p:txBody>
          <a:bodyPr/>
          <a:lstStyle/>
          <a:p>
            <a:fld id="{94C97E99-5692-4972-9AC8-34B8AEEF6410}" type="datetimeFigureOut">
              <a:rPr kumimoji="1" lang="ja-JP" altLang="en-US" smtClean="0"/>
              <a:t>2025/11/12</a:t>
            </a:fld>
            <a:endParaRPr kumimoji="1" lang="ja-JP" altLang="en-US"/>
          </a:p>
        </p:txBody>
      </p:sp>
      <p:sp>
        <p:nvSpPr>
          <p:cNvPr id="5" name="フッター プレースホルダー 4">
            <a:extLst>
              <a:ext uri="{FF2B5EF4-FFF2-40B4-BE49-F238E27FC236}">
                <a16:creationId xmlns:a16="http://schemas.microsoft.com/office/drawing/2014/main" id="{12CFE1D1-1B77-FEEE-3A75-7EC09E86304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DFD5D50-08E5-6EEF-8D20-7F9D4CDC9196}"/>
              </a:ext>
            </a:extLst>
          </p:cNvPr>
          <p:cNvSpPr>
            <a:spLocks noGrp="1"/>
          </p:cNvSpPr>
          <p:nvPr>
            <p:ph type="sldNum" sz="quarter" idx="12"/>
          </p:nvPr>
        </p:nvSpPr>
        <p:spPr/>
        <p:txBody>
          <a:bodyPr/>
          <a:lstStyle/>
          <a:p>
            <a:fld id="{52C73D60-EFAE-4741-AA33-5220A824E064}" type="slidenum">
              <a:rPr kumimoji="1" lang="ja-JP" altLang="en-US" smtClean="0"/>
              <a:t>‹#›</a:t>
            </a:fld>
            <a:endParaRPr kumimoji="1" lang="ja-JP" altLang="en-US"/>
          </a:p>
        </p:txBody>
      </p:sp>
    </p:spTree>
    <p:extLst>
      <p:ext uri="{BB962C8B-B14F-4D97-AF65-F5344CB8AC3E}">
        <p14:creationId xmlns:p14="http://schemas.microsoft.com/office/powerpoint/2010/main" val="92121090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表紙_A">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1BAECB58-339C-F86C-5CB0-DEEDF8DFAD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図 2">
            <a:extLst>
              <a:ext uri="{FF2B5EF4-FFF2-40B4-BE49-F238E27FC236}">
                <a16:creationId xmlns:a16="http://schemas.microsoft.com/office/drawing/2014/main" id="{4162FC05-AD16-7B24-B216-B9A1ADBC59E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16" name="名前">
            <a:extLst>
              <a:ext uri="{FF2B5EF4-FFF2-40B4-BE49-F238E27FC236}">
                <a16:creationId xmlns:a16="http://schemas.microsoft.com/office/drawing/2014/main" id="{43018499-C620-465D-9DB6-E8E69535AC88}"/>
              </a:ext>
            </a:extLst>
          </p:cNvPr>
          <p:cNvSpPr>
            <a:spLocks noGrp="1"/>
          </p:cNvSpPr>
          <p:nvPr>
            <p:ph type="body" sz="quarter" idx="13" hasCustomPrompt="1"/>
          </p:nvPr>
        </p:nvSpPr>
        <p:spPr>
          <a:xfrm>
            <a:off x="1684563" y="4021027"/>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ja-JP" altLang="en-US"/>
              <a:t>（役職）氏名</a:t>
            </a:r>
          </a:p>
        </p:txBody>
      </p:sp>
      <p:sp>
        <p:nvSpPr>
          <p:cNvPr id="15" name="部署">
            <a:extLst>
              <a:ext uri="{FF2B5EF4-FFF2-40B4-BE49-F238E27FC236}">
                <a16:creationId xmlns:a16="http://schemas.microsoft.com/office/drawing/2014/main" id="{5A4C3E20-A39C-6AE5-0144-B24CDF210178}"/>
              </a:ext>
            </a:extLst>
          </p:cNvPr>
          <p:cNvSpPr>
            <a:spLocks noGrp="1"/>
          </p:cNvSpPr>
          <p:nvPr>
            <p:ph type="body" sz="quarter" idx="12" hasCustomPrompt="1"/>
          </p:nvPr>
        </p:nvSpPr>
        <p:spPr>
          <a:xfrm>
            <a:off x="1684563" y="3785903"/>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en-US" altLang="ja-JP"/>
              <a:t>XX</a:t>
            </a:r>
            <a:r>
              <a:rPr kumimoji="1" lang="ja-JP" altLang="en-US"/>
              <a:t>本部　</a:t>
            </a:r>
            <a:r>
              <a:rPr kumimoji="1" lang="en-US" altLang="ja-JP"/>
              <a:t>XX</a:t>
            </a:r>
            <a:r>
              <a:rPr kumimoji="1" lang="ja-JP" altLang="en-US"/>
              <a:t>部　</a:t>
            </a:r>
            <a:r>
              <a:rPr kumimoji="1" lang="en-US" altLang="ja-JP"/>
              <a:t>XX</a:t>
            </a:r>
            <a:r>
              <a:rPr kumimoji="1" lang="ja-JP" altLang="en-US"/>
              <a:t>グループ</a:t>
            </a:r>
          </a:p>
        </p:txBody>
      </p:sp>
      <p:sp>
        <p:nvSpPr>
          <p:cNvPr id="14" name="日付">
            <a:extLst>
              <a:ext uri="{FF2B5EF4-FFF2-40B4-BE49-F238E27FC236}">
                <a16:creationId xmlns:a16="http://schemas.microsoft.com/office/drawing/2014/main" id="{2F5D6FEF-12D6-0AA9-B3B8-8DCB7AB20E7E}"/>
              </a:ext>
            </a:extLst>
          </p:cNvPr>
          <p:cNvSpPr>
            <a:spLocks noGrp="1"/>
          </p:cNvSpPr>
          <p:nvPr>
            <p:ph type="body" sz="quarter" idx="11"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2024/00/00</a:t>
            </a:r>
            <a:endParaRPr kumimoji="1" lang="ja-JP" altLang="en-US"/>
          </a:p>
        </p:txBody>
      </p:sp>
      <p:sp>
        <p:nvSpPr>
          <p:cNvPr id="7" name="メインタイトル">
            <a:extLst>
              <a:ext uri="{FF2B5EF4-FFF2-40B4-BE49-F238E27FC236}">
                <a16:creationId xmlns:a16="http://schemas.microsoft.com/office/drawing/2014/main" id="{09ECA78D-08B5-DCBE-DF4E-62A668CC3311}"/>
              </a:ext>
            </a:extLst>
          </p:cNvPr>
          <p:cNvSpPr>
            <a:spLocks noGrp="1"/>
          </p:cNvSpPr>
          <p:nvPr>
            <p:ph type="title"/>
          </p:nvPr>
        </p:nvSpPr>
        <p:spPr>
          <a:xfrm>
            <a:off x="1684564" y="1742505"/>
            <a:ext cx="3286760" cy="1604223"/>
          </a:xfrm>
        </p:spPr>
        <p:txBody>
          <a:bodyPr anchor="ctr" anchorCtr="1">
            <a:noAutofit/>
          </a:bodyPr>
          <a:lstStyle>
            <a:lvl1pPr algn="ctr">
              <a:defRPr sz="2350" b="1" i="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13" name="サブタイトル">
            <a:extLst>
              <a:ext uri="{FF2B5EF4-FFF2-40B4-BE49-F238E27FC236}">
                <a16:creationId xmlns:a16="http://schemas.microsoft.com/office/drawing/2014/main" id="{44D4296A-6987-C785-337C-072DCB78B5D9}"/>
              </a:ext>
            </a:extLst>
          </p:cNvPr>
          <p:cNvSpPr>
            <a:spLocks noGrp="1"/>
          </p:cNvSpPr>
          <p:nvPr>
            <p:ph type="body" sz="quarter" idx="10"/>
          </p:nvPr>
        </p:nvSpPr>
        <p:spPr>
          <a:xfrm>
            <a:off x="1684565" y="1299248"/>
            <a:ext cx="3286759" cy="279049"/>
          </a:xfrm>
        </p:spPr>
        <p:txBody>
          <a:bodyPr>
            <a:noAutofit/>
          </a:bodyPr>
          <a:lstStyle>
            <a:lvl1pPr algn="ctr">
              <a:defRPr sz="1500" b="0" i="0" baseline="0">
                <a:solidFill>
                  <a:schemeClr val="bg1"/>
                </a:solidFill>
                <a:latin typeface="Segoe UI" panose="020B0502040204020203" pitchFamily="34" charset="0"/>
                <a:ea typeface="Meiryo UI" panose="020B0604030504040204" pitchFamily="34" charset="-128"/>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lvl="0"/>
            <a:r>
              <a:rPr kumimoji="1" lang="ja-JP" altLang="en-US"/>
              <a:t>マスター テキストの書式設定</a:t>
            </a:r>
          </a:p>
        </p:txBody>
      </p:sp>
      <p:pic>
        <p:nvPicPr>
          <p:cNvPr id="4" name="LOGO" descr="テキスト&#10;&#10;自動的に生成された説明">
            <a:extLst>
              <a:ext uri="{FF2B5EF4-FFF2-40B4-BE49-F238E27FC236}">
                <a16:creationId xmlns:a16="http://schemas.microsoft.com/office/drawing/2014/main" id="{5B1F2DFA-201B-AC5B-7854-C7896AFF1A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5" name="object 13">
            <a:extLst>
              <a:ext uri="{FF2B5EF4-FFF2-40B4-BE49-F238E27FC236}">
                <a16:creationId xmlns:a16="http://schemas.microsoft.com/office/drawing/2014/main" id="{417D132C-783A-C000-F77C-7588E3BF021B}"/>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6" name="object 12">
            <a:extLst>
              <a:ext uri="{FF2B5EF4-FFF2-40B4-BE49-F238E27FC236}">
                <a16:creationId xmlns:a16="http://schemas.microsoft.com/office/drawing/2014/main" id="{D49FA8D5-B242-1EED-B7B4-99663359D875}"/>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8" name="テキスト ボックス 7">
            <a:extLst>
              <a:ext uri="{FF2B5EF4-FFF2-40B4-BE49-F238E27FC236}">
                <a16:creationId xmlns:a16="http://schemas.microsoft.com/office/drawing/2014/main" id="{4644CAE7-C0DA-7752-FD6A-B9A14D837721}"/>
              </a:ext>
            </a:extLst>
          </p:cNvPr>
          <p:cNvSpPr txBox="1"/>
          <p:nvPr/>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pic>
        <p:nvPicPr>
          <p:cNvPr id="9" name="図 8">
            <a:extLst>
              <a:ext uri="{FF2B5EF4-FFF2-40B4-BE49-F238E27FC236}">
                <a16:creationId xmlns:a16="http://schemas.microsoft.com/office/drawing/2014/main" id="{CA3CF886-35A5-B2AA-1BCC-825B1FC3C24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0" name="図 9">
            <a:extLst>
              <a:ext uri="{FF2B5EF4-FFF2-40B4-BE49-F238E27FC236}">
                <a16:creationId xmlns:a16="http://schemas.microsoft.com/office/drawing/2014/main" id="{78B24EDA-8A90-A174-F762-B198A9CEFC8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375767"/>
            <a:ext cx="12192000" cy="482600"/>
          </a:xfrm>
          <a:prstGeom prst="rect">
            <a:avLst/>
          </a:prstGeom>
        </p:spPr>
      </p:pic>
      <p:pic>
        <p:nvPicPr>
          <p:cNvPr id="11" name="LOGO" descr="テキスト&#10;&#10;自動的に生成された説明">
            <a:extLst>
              <a:ext uri="{FF2B5EF4-FFF2-40B4-BE49-F238E27FC236}">
                <a16:creationId xmlns:a16="http://schemas.microsoft.com/office/drawing/2014/main" id="{BA139078-EEFD-BAAA-371B-81F27F10841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12" name="object 13">
            <a:extLst>
              <a:ext uri="{FF2B5EF4-FFF2-40B4-BE49-F238E27FC236}">
                <a16:creationId xmlns:a16="http://schemas.microsoft.com/office/drawing/2014/main" id="{AD0D2DA8-EE36-8A14-0FB2-23547F7E8449}"/>
              </a:ext>
            </a:extLst>
          </p:cNvPr>
          <p:cNvSpPr/>
          <p:nvPr userDrawn="1"/>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17" name="object 12">
            <a:extLst>
              <a:ext uri="{FF2B5EF4-FFF2-40B4-BE49-F238E27FC236}">
                <a16:creationId xmlns:a16="http://schemas.microsoft.com/office/drawing/2014/main" id="{14E02FA2-ABAD-C893-1B69-C16BDD13A920}"/>
              </a:ext>
            </a:extLst>
          </p:cNvPr>
          <p:cNvSpPr/>
          <p:nvPr userDrawn="1"/>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18" name="テキスト ボックス 17">
            <a:extLst>
              <a:ext uri="{FF2B5EF4-FFF2-40B4-BE49-F238E27FC236}">
                <a16:creationId xmlns:a16="http://schemas.microsoft.com/office/drawing/2014/main" id="{C1D488B3-0E8D-7A4D-C6BC-4D6D8F712EC2}"/>
              </a:ext>
            </a:extLst>
          </p:cNvPr>
          <p:cNvSpPr txBox="1"/>
          <p:nvPr userDrawn="1"/>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spTree>
    <p:extLst>
      <p:ext uri="{BB962C8B-B14F-4D97-AF65-F5344CB8AC3E}">
        <p14:creationId xmlns:p14="http://schemas.microsoft.com/office/powerpoint/2010/main" val="4885576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表紙_B">
    <p:spTree>
      <p:nvGrpSpPr>
        <p:cNvPr id="1" name=""/>
        <p:cNvGrpSpPr/>
        <p:nvPr/>
      </p:nvGrpSpPr>
      <p:grpSpPr>
        <a:xfrm>
          <a:off x="0" y="0"/>
          <a:ext cx="0" cy="0"/>
          <a:chOff x="0" y="0"/>
          <a:chExt cx="0" cy="0"/>
        </a:xfrm>
      </p:grpSpPr>
      <p:grpSp>
        <p:nvGrpSpPr>
          <p:cNvPr id="6" name="object 2">
            <a:extLst>
              <a:ext uri="{FF2B5EF4-FFF2-40B4-BE49-F238E27FC236}">
                <a16:creationId xmlns:a16="http://schemas.microsoft.com/office/drawing/2014/main" id="{8416DBE6-0C4F-B18F-1C57-B9A6CF3B1CF4}"/>
              </a:ext>
            </a:extLst>
          </p:cNvPr>
          <p:cNvGrpSpPr/>
          <p:nvPr/>
        </p:nvGrpSpPr>
        <p:grpSpPr>
          <a:xfrm>
            <a:off x="0" y="945388"/>
            <a:ext cx="5842000" cy="4495800"/>
            <a:chOff x="0" y="945388"/>
            <a:chExt cx="5842000" cy="4495800"/>
          </a:xfrm>
        </p:grpSpPr>
        <p:pic>
          <p:nvPicPr>
            <p:cNvPr id="8" name="object 3">
              <a:extLst>
                <a:ext uri="{FF2B5EF4-FFF2-40B4-BE49-F238E27FC236}">
                  <a16:creationId xmlns:a16="http://schemas.microsoft.com/office/drawing/2014/main" id="{57C06617-46E5-D9A5-3223-CA2B04A5F41F}"/>
                </a:ext>
              </a:extLst>
            </p:cNvPr>
            <p:cNvPicPr/>
            <p:nvPr/>
          </p:nvPicPr>
          <p:blipFill>
            <a:blip r:embed="rId2" cstate="print"/>
            <a:stretch>
              <a:fillRect/>
            </a:stretch>
          </p:blipFill>
          <p:spPr>
            <a:xfrm>
              <a:off x="813371" y="945388"/>
              <a:ext cx="5028628" cy="4495228"/>
            </a:xfrm>
            <a:prstGeom prst="rect">
              <a:avLst/>
            </a:prstGeom>
          </p:spPr>
        </p:pic>
        <p:sp>
          <p:nvSpPr>
            <p:cNvPr id="9" name="object 4">
              <a:extLst>
                <a:ext uri="{FF2B5EF4-FFF2-40B4-BE49-F238E27FC236}">
                  <a16:creationId xmlns:a16="http://schemas.microsoft.com/office/drawing/2014/main" id="{CECB6D33-678B-C3D2-B22A-CF9280FAEF67}"/>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pic>
        <p:nvPicPr>
          <p:cNvPr id="4" name="object 3">
            <a:extLst>
              <a:ext uri="{FF2B5EF4-FFF2-40B4-BE49-F238E27FC236}">
                <a16:creationId xmlns:a16="http://schemas.microsoft.com/office/drawing/2014/main" id="{3DF2DCA4-7047-1011-AB3A-B01B6D8D161F}"/>
              </a:ext>
            </a:extLst>
          </p:cNvPr>
          <p:cNvPicPr/>
          <p:nvPr/>
        </p:nvPicPr>
        <p:blipFill>
          <a:blip r:embed="rId3" cstate="print"/>
          <a:stretch>
            <a:fillRect/>
          </a:stretch>
        </p:blipFill>
        <p:spPr>
          <a:xfrm>
            <a:off x="0" y="945387"/>
            <a:ext cx="5842000" cy="4495228"/>
          </a:xfrm>
          <a:prstGeom prst="rect">
            <a:avLst/>
          </a:prstGeom>
        </p:spPr>
      </p:pic>
      <p:sp>
        <p:nvSpPr>
          <p:cNvPr id="5" name="object 4">
            <a:extLst>
              <a:ext uri="{FF2B5EF4-FFF2-40B4-BE49-F238E27FC236}">
                <a16:creationId xmlns:a16="http://schemas.microsoft.com/office/drawing/2014/main" id="{164F495E-B385-662B-9FDE-54599DDFE214}"/>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sp>
        <p:nvSpPr>
          <p:cNvPr id="16" name="名前">
            <a:extLst>
              <a:ext uri="{FF2B5EF4-FFF2-40B4-BE49-F238E27FC236}">
                <a16:creationId xmlns:a16="http://schemas.microsoft.com/office/drawing/2014/main" id="{43018499-C620-465D-9DB6-E8E69535AC88}"/>
              </a:ext>
            </a:extLst>
          </p:cNvPr>
          <p:cNvSpPr>
            <a:spLocks noGrp="1"/>
          </p:cNvSpPr>
          <p:nvPr>
            <p:ph type="body" sz="quarter" idx="13" hasCustomPrompt="1"/>
          </p:nvPr>
        </p:nvSpPr>
        <p:spPr>
          <a:xfrm>
            <a:off x="1684563" y="4021027"/>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ja-JP" altLang="en-US"/>
              <a:t>（役職）氏名</a:t>
            </a:r>
          </a:p>
        </p:txBody>
      </p:sp>
      <p:sp>
        <p:nvSpPr>
          <p:cNvPr id="15" name="部署">
            <a:extLst>
              <a:ext uri="{FF2B5EF4-FFF2-40B4-BE49-F238E27FC236}">
                <a16:creationId xmlns:a16="http://schemas.microsoft.com/office/drawing/2014/main" id="{5A4C3E20-A39C-6AE5-0144-B24CDF210178}"/>
              </a:ext>
            </a:extLst>
          </p:cNvPr>
          <p:cNvSpPr>
            <a:spLocks noGrp="1"/>
          </p:cNvSpPr>
          <p:nvPr>
            <p:ph type="body" sz="quarter" idx="12" hasCustomPrompt="1"/>
          </p:nvPr>
        </p:nvSpPr>
        <p:spPr>
          <a:xfrm>
            <a:off x="1684563" y="3785903"/>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en-US" altLang="ja-JP"/>
              <a:t>XX</a:t>
            </a:r>
            <a:r>
              <a:rPr kumimoji="1" lang="ja-JP" altLang="en-US"/>
              <a:t>本部　</a:t>
            </a:r>
            <a:r>
              <a:rPr kumimoji="1" lang="en-US" altLang="ja-JP"/>
              <a:t>XX</a:t>
            </a:r>
            <a:r>
              <a:rPr kumimoji="1" lang="ja-JP" altLang="en-US"/>
              <a:t>部　</a:t>
            </a:r>
            <a:r>
              <a:rPr kumimoji="1" lang="en-US" altLang="ja-JP"/>
              <a:t>XX</a:t>
            </a:r>
            <a:r>
              <a:rPr kumimoji="1" lang="ja-JP" altLang="en-US"/>
              <a:t>グループ</a:t>
            </a:r>
          </a:p>
        </p:txBody>
      </p:sp>
      <p:sp>
        <p:nvSpPr>
          <p:cNvPr id="14" name="日付">
            <a:extLst>
              <a:ext uri="{FF2B5EF4-FFF2-40B4-BE49-F238E27FC236}">
                <a16:creationId xmlns:a16="http://schemas.microsoft.com/office/drawing/2014/main" id="{2F5D6FEF-12D6-0AA9-B3B8-8DCB7AB20E7E}"/>
              </a:ext>
            </a:extLst>
          </p:cNvPr>
          <p:cNvSpPr>
            <a:spLocks noGrp="1"/>
          </p:cNvSpPr>
          <p:nvPr>
            <p:ph type="body" sz="quarter" idx="11"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2024/00/00</a:t>
            </a:r>
            <a:endParaRPr kumimoji="1" lang="ja-JP" altLang="en-US"/>
          </a:p>
        </p:txBody>
      </p:sp>
      <p:sp>
        <p:nvSpPr>
          <p:cNvPr id="7" name="メインタイトル">
            <a:extLst>
              <a:ext uri="{FF2B5EF4-FFF2-40B4-BE49-F238E27FC236}">
                <a16:creationId xmlns:a16="http://schemas.microsoft.com/office/drawing/2014/main" id="{09ECA78D-08B5-DCBE-DF4E-62A668CC3311}"/>
              </a:ext>
            </a:extLst>
          </p:cNvPr>
          <p:cNvSpPr>
            <a:spLocks noGrp="1"/>
          </p:cNvSpPr>
          <p:nvPr>
            <p:ph type="title"/>
          </p:nvPr>
        </p:nvSpPr>
        <p:spPr>
          <a:xfrm>
            <a:off x="1684564" y="1742505"/>
            <a:ext cx="3286760" cy="1604223"/>
          </a:xfrm>
        </p:spPr>
        <p:txBody>
          <a:bodyPr anchor="ctr" anchorCtr="1">
            <a:noAutofit/>
          </a:bodyPr>
          <a:lstStyle>
            <a:lvl1pPr algn="ctr">
              <a:defRPr sz="2350" b="1" i="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13" name="サブタイトル">
            <a:extLst>
              <a:ext uri="{FF2B5EF4-FFF2-40B4-BE49-F238E27FC236}">
                <a16:creationId xmlns:a16="http://schemas.microsoft.com/office/drawing/2014/main" id="{44D4296A-6987-C785-337C-072DCB78B5D9}"/>
              </a:ext>
            </a:extLst>
          </p:cNvPr>
          <p:cNvSpPr>
            <a:spLocks noGrp="1"/>
          </p:cNvSpPr>
          <p:nvPr>
            <p:ph type="body" sz="quarter" idx="10"/>
          </p:nvPr>
        </p:nvSpPr>
        <p:spPr>
          <a:xfrm>
            <a:off x="1684565" y="1299248"/>
            <a:ext cx="3286759" cy="279049"/>
          </a:xfrm>
        </p:spPr>
        <p:txBody>
          <a:bodyPr>
            <a:noAutofit/>
          </a:bodyPr>
          <a:lstStyle>
            <a:lvl1pPr algn="ctr">
              <a:defRPr sz="1500" b="0" i="0" baseline="0">
                <a:solidFill>
                  <a:schemeClr val="bg1"/>
                </a:solidFill>
                <a:latin typeface="Segoe UI" panose="020B0502040204020203" pitchFamily="34" charset="0"/>
                <a:ea typeface="Meiryo UI" panose="020B0604030504040204" pitchFamily="34" charset="-128"/>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lvl="0"/>
            <a:r>
              <a:rPr kumimoji="1" lang="ja-JP" altLang="en-US"/>
              <a:t>マスター テキストの書式設定</a:t>
            </a:r>
          </a:p>
        </p:txBody>
      </p:sp>
      <p:pic>
        <p:nvPicPr>
          <p:cNvPr id="10" name="LOGO" descr="テキスト&#10;&#10;自動的に生成された説明">
            <a:extLst>
              <a:ext uri="{FF2B5EF4-FFF2-40B4-BE49-F238E27FC236}">
                <a16:creationId xmlns:a16="http://schemas.microsoft.com/office/drawing/2014/main" id="{2F1AB5BC-9B6B-6B25-E6D9-6033879772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11" name="object 13">
            <a:extLst>
              <a:ext uri="{FF2B5EF4-FFF2-40B4-BE49-F238E27FC236}">
                <a16:creationId xmlns:a16="http://schemas.microsoft.com/office/drawing/2014/main" id="{3FB4366F-D449-8B34-DC04-2022D1832753}"/>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12" name="object 12">
            <a:extLst>
              <a:ext uri="{FF2B5EF4-FFF2-40B4-BE49-F238E27FC236}">
                <a16:creationId xmlns:a16="http://schemas.microsoft.com/office/drawing/2014/main" id="{047A8F08-C9B5-B681-AE6A-B3501DBCC587}"/>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pic>
        <p:nvPicPr>
          <p:cNvPr id="2" name="図 1">
            <a:extLst>
              <a:ext uri="{FF2B5EF4-FFF2-40B4-BE49-F238E27FC236}">
                <a16:creationId xmlns:a16="http://schemas.microsoft.com/office/drawing/2014/main" id="{C23EEBE3-C4D7-DC61-25E0-97495233FFA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17" name="テキスト ボックス 16">
            <a:extLst>
              <a:ext uri="{FF2B5EF4-FFF2-40B4-BE49-F238E27FC236}">
                <a16:creationId xmlns:a16="http://schemas.microsoft.com/office/drawing/2014/main" id="{9AB586AD-4E90-8D43-5B2C-9EC255FA39C6}"/>
              </a:ext>
            </a:extLst>
          </p:cNvPr>
          <p:cNvSpPr txBox="1"/>
          <p:nvPr/>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grpSp>
        <p:nvGrpSpPr>
          <p:cNvPr id="3" name="object 2">
            <a:extLst>
              <a:ext uri="{FF2B5EF4-FFF2-40B4-BE49-F238E27FC236}">
                <a16:creationId xmlns:a16="http://schemas.microsoft.com/office/drawing/2014/main" id="{B74B3CDF-17D2-5C12-7497-C26079F423D4}"/>
              </a:ext>
            </a:extLst>
          </p:cNvPr>
          <p:cNvGrpSpPr/>
          <p:nvPr userDrawn="1"/>
        </p:nvGrpSpPr>
        <p:grpSpPr>
          <a:xfrm>
            <a:off x="0" y="945388"/>
            <a:ext cx="5842000" cy="4495800"/>
            <a:chOff x="0" y="945388"/>
            <a:chExt cx="5842000" cy="4495800"/>
          </a:xfrm>
        </p:grpSpPr>
        <p:pic>
          <p:nvPicPr>
            <p:cNvPr id="18" name="object 3">
              <a:extLst>
                <a:ext uri="{FF2B5EF4-FFF2-40B4-BE49-F238E27FC236}">
                  <a16:creationId xmlns:a16="http://schemas.microsoft.com/office/drawing/2014/main" id="{0259BD66-56B5-4CC9-D514-8F018BA9AE5A}"/>
                </a:ext>
              </a:extLst>
            </p:cNvPr>
            <p:cNvPicPr/>
            <p:nvPr/>
          </p:nvPicPr>
          <p:blipFill>
            <a:blip r:embed="rId2" cstate="print"/>
            <a:stretch>
              <a:fillRect/>
            </a:stretch>
          </p:blipFill>
          <p:spPr>
            <a:xfrm>
              <a:off x="813371" y="945388"/>
              <a:ext cx="5028628" cy="4495228"/>
            </a:xfrm>
            <a:prstGeom prst="rect">
              <a:avLst/>
            </a:prstGeom>
          </p:spPr>
        </p:pic>
        <p:sp>
          <p:nvSpPr>
            <p:cNvPr id="19" name="object 4">
              <a:extLst>
                <a:ext uri="{FF2B5EF4-FFF2-40B4-BE49-F238E27FC236}">
                  <a16:creationId xmlns:a16="http://schemas.microsoft.com/office/drawing/2014/main" id="{A3051A56-5BB1-C6F8-C2AB-B1756252F778}"/>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pic>
        <p:nvPicPr>
          <p:cNvPr id="20" name="object 3">
            <a:extLst>
              <a:ext uri="{FF2B5EF4-FFF2-40B4-BE49-F238E27FC236}">
                <a16:creationId xmlns:a16="http://schemas.microsoft.com/office/drawing/2014/main" id="{EE16D7E9-2628-E81E-9566-592EB3D97B65}"/>
              </a:ext>
            </a:extLst>
          </p:cNvPr>
          <p:cNvPicPr/>
          <p:nvPr userDrawn="1"/>
        </p:nvPicPr>
        <p:blipFill>
          <a:blip r:embed="rId3" cstate="print"/>
          <a:stretch>
            <a:fillRect/>
          </a:stretch>
        </p:blipFill>
        <p:spPr>
          <a:xfrm>
            <a:off x="0" y="945387"/>
            <a:ext cx="5842000" cy="4495228"/>
          </a:xfrm>
          <a:prstGeom prst="rect">
            <a:avLst/>
          </a:prstGeom>
        </p:spPr>
      </p:pic>
      <p:sp>
        <p:nvSpPr>
          <p:cNvPr id="21" name="object 4">
            <a:extLst>
              <a:ext uri="{FF2B5EF4-FFF2-40B4-BE49-F238E27FC236}">
                <a16:creationId xmlns:a16="http://schemas.microsoft.com/office/drawing/2014/main" id="{02AA2952-4B2B-F3B0-887F-8A8C6B028E06}"/>
              </a:ext>
            </a:extLst>
          </p:cNvPr>
          <p:cNvSpPr/>
          <p:nvPr userDrawn="1"/>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pic>
        <p:nvPicPr>
          <p:cNvPr id="22" name="LOGO" descr="テキスト&#10;&#10;自動的に生成された説明">
            <a:extLst>
              <a:ext uri="{FF2B5EF4-FFF2-40B4-BE49-F238E27FC236}">
                <a16:creationId xmlns:a16="http://schemas.microsoft.com/office/drawing/2014/main" id="{F21A8165-3A90-7FDE-F325-828DB064B56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23" name="object 13">
            <a:extLst>
              <a:ext uri="{FF2B5EF4-FFF2-40B4-BE49-F238E27FC236}">
                <a16:creationId xmlns:a16="http://schemas.microsoft.com/office/drawing/2014/main" id="{7BD56BA2-C506-C476-3306-213CCD565A8A}"/>
              </a:ext>
            </a:extLst>
          </p:cNvPr>
          <p:cNvSpPr/>
          <p:nvPr userDrawn="1"/>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24" name="object 12">
            <a:extLst>
              <a:ext uri="{FF2B5EF4-FFF2-40B4-BE49-F238E27FC236}">
                <a16:creationId xmlns:a16="http://schemas.microsoft.com/office/drawing/2014/main" id="{99AA4CF1-0CFB-27B4-1522-BB6F54326AD9}"/>
              </a:ext>
            </a:extLst>
          </p:cNvPr>
          <p:cNvSpPr/>
          <p:nvPr userDrawn="1"/>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pic>
        <p:nvPicPr>
          <p:cNvPr id="25" name="図 24">
            <a:extLst>
              <a:ext uri="{FF2B5EF4-FFF2-40B4-BE49-F238E27FC236}">
                <a16:creationId xmlns:a16="http://schemas.microsoft.com/office/drawing/2014/main" id="{4566B3AA-0187-8E3D-25D9-EEE6558E3D66}"/>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26" name="テキスト ボックス 25">
            <a:extLst>
              <a:ext uri="{FF2B5EF4-FFF2-40B4-BE49-F238E27FC236}">
                <a16:creationId xmlns:a16="http://schemas.microsoft.com/office/drawing/2014/main" id="{7B5F8EA0-2AD5-8CA0-9096-B91E326072DC}"/>
              </a:ext>
            </a:extLst>
          </p:cNvPr>
          <p:cNvSpPr txBox="1"/>
          <p:nvPr userDrawn="1"/>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spTree>
    <p:extLst>
      <p:ext uri="{BB962C8B-B14F-4D97-AF65-F5344CB8AC3E}">
        <p14:creationId xmlns:p14="http://schemas.microsoft.com/office/powerpoint/2010/main" val="7403492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目次_A">
    <p:spTree>
      <p:nvGrpSpPr>
        <p:cNvPr id="1" name=""/>
        <p:cNvGrpSpPr/>
        <p:nvPr/>
      </p:nvGrpSpPr>
      <p:grpSpPr>
        <a:xfrm>
          <a:off x="0" y="0"/>
          <a:ext cx="0" cy="0"/>
          <a:chOff x="0" y="0"/>
          <a:chExt cx="0" cy="0"/>
        </a:xfrm>
      </p:grpSpPr>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4920018" y="945389"/>
            <a:ext cx="6293324" cy="4495800"/>
          </a:xfrm>
        </p:spPr>
        <p:txBody>
          <a:bodyPr>
            <a:noAutofit/>
          </a:bodyPr>
          <a:lstStyle>
            <a:lvl1pPr marL="3573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1pPr>
            <a:lvl2pPr marL="8001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2pPr>
            <a:lvl3pPr marL="12573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3pPr>
            <a:lvl4pPr marL="17145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4pPr>
            <a:lvl5pPr marL="21717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タイトル">
            <a:extLst>
              <a:ext uri="{FF2B5EF4-FFF2-40B4-BE49-F238E27FC236}">
                <a16:creationId xmlns:a16="http://schemas.microsoft.com/office/drawing/2014/main" id="{09A89F03-5E81-1E7A-45AC-470E217FDEAF}"/>
              </a:ext>
            </a:extLst>
          </p:cNvPr>
          <p:cNvSpPr>
            <a:spLocks noGrp="1"/>
          </p:cNvSpPr>
          <p:nvPr>
            <p:ph type="title"/>
          </p:nvPr>
        </p:nvSpPr>
        <p:spPr>
          <a:xfrm>
            <a:off x="1208101" y="945388"/>
            <a:ext cx="2994506" cy="4495800"/>
          </a:xfrm>
        </p:spPr>
        <p:txBody>
          <a:bodyPr anchor="ctr" anchorCtr="1">
            <a:noAutofit/>
          </a:bodyPr>
          <a:lstStyle>
            <a:lvl1pPr algn="ctr">
              <a:defRPr sz="2400" b="1" i="0" spc="0" baseline="0">
                <a:solidFill>
                  <a:schemeClr val="tx2"/>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object 2">
            <a:extLst>
              <a:ext uri="{FF2B5EF4-FFF2-40B4-BE49-F238E27FC236}">
                <a16:creationId xmlns:a16="http://schemas.microsoft.com/office/drawing/2014/main" id="{33DFCD49-E1FC-DD83-7AA3-3161AF9C0D55}"/>
              </a:ext>
            </a:extLst>
          </p:cNvPr>
          <p:cNvSpPr/>
          <p:nvPr/>
        </p:nvSpPr>
        <p:spPr>
          <a:xfrm>
            <a:off x="4571504" y="945388"/>
            <a:ext cx="25400" cy="4495800"/>
          </a:xfrm>
          <a:custGeom>
            <a:avLst/>
            <a:gdLst/>
            <a:ahLst/>
            <a:cxnLst/>
            <a:rect l="l" t="t" r="r" b="b"/>
            <a:pathLst>
              <a:path w="25400" h="4495800">
                <a:moveTo>
                  <a:pt x="25400" y="0"/>
                </a:moveTo>
                <a:lnTo>
                  <a:pt x="0" y="0"/>
                </a:lnTo>
                <a:lnTo>
                  <a:pt x="0" y="4495228"/>
                </a:lnTo>
                <a:lnTo>
                  <a:pt x="25400" y="4495228"/>
                </a:lnTo>
                <a:lnTo>
                  <a:pt x="25400" y="0"/>
                </a:lnTo>
                <a:close/>
              </a:path>
            </a:pathLst>
          </a:custGeom>
          <a:solidFill>
            <a:srgbClr val="0081CC"/>
          </a:solidFill>
        </p:spPr>
        <p:txBody>
          <a:bodyPr wrap="square" lIns="0" tIns="0" rIns="0" bIns="0" rtlCol="0"/>
          <a:lstStyle/>
          <a:p>
            <a:endParaRPr/>
          </a:p>
        </p:txBody>
      </p:sp>
      <p:pic>
        <p:nvPicPr>
          <p:cNvPr id="3" name="object 3">
            <a:extLst>
              <a:ext uri="{FF2B5EF4-FFF2-40B4-BE49-F238E27FC236}">
                <a16:creationId xmlns:a16="http://schemas.microsoft.com/office/drawing/2014/main" id="{B063A95D-A297-62F4-3F0D-416554F7E5AC}"/>
              </a:ext>
            </a:extLst>
          </p:cNvPr>
          <p:cNvPicPr/>
          <p:nvPr/>
        </p:nvPicPr>
        <p:blipFill>
          <a:blip r:embed="rId2" cstate="print"/>
          <a:stretch>
            <a:fillRect/>
          </a:stretch>
        </p:blipFill>
        <p:spPr>
          <a:xfrm>
            <a:off x="0" y="945387"/>
            <a:ext cx="813371" cy="4495228"/>
          </a:xfrm>
          <a:prstGeom prst="rect">
            <a:avLst/>
          </a:prstGeom>
        </p:spPr>
      </p:pic>
      <p:sp>
        <p:nvSpPr>
          <p:cNvPr id="4" name="object 2">
            <a:extLst>
              <a:ext uri="{FF2B5EF4-FFF2-40B4-BE49-F238E27FC236}">
                <a16:creationId xmlns:a16="http://schemas.microsoft.com/office/drawing/2014/main" id="{5E99A19F-0566-0DFA-34AA-FE0DD15C36FB}"/>
              </a:ext>
            </a:extLst>
          </p:cNvPr>
          <p:cNvSpPr/>
          <p:nvPr userDrawn="1"/>
        </p:nvSpPr>
        <p:spPr>
          <a:xfrm>
            <a:off x="4571504" y="945388"/>
            <a:ext cx="25400" cy="4495800"/>
          </a:xfrm>
          <a:custGeom>
            <a:avLst/>
            <a:gdLst/>
            <a:ahLst/>
            <a:cxnLst/>
            <a:rect l="l" t="t" r="r" b="b"/>
            <a:pathLst>
              <a:path w="25400" h="4495800">
                <a:moveTo>
                  <a:pt x="25400" y="0"/>
                </a:moveTo>
                <a:lnTo>
                  <a:pt x="0" y="0"/>
                </a:lnTo>
                <a:lnTo>
                  <a:pt x="0" y="4495228"/>
                </a:lnTo>
                <a:lnTo>
                  <a:pt x="25400" y="4495228"/>
                </a:lnTo>
                <a:lnTo>
                  <a:pt x="25400" y="0"/>
                </a:lnTo>
                <a:close/>
              </a:path>
            </a:pathLst>
          </a:custGeom>
          <a:solidFill>
            <a:srgbClr val="0081CC"/>
          </a:solidFill>
        </p:spPr>
        <p:txBody>
          <a:bodyPr wrap="square" lIns="0" tIns="0" rIns="0" bIns="0" rtlCol="0"/>
          <a:lstStyle/>
          <a:p>
            <a:endParaRPr/>
          </a:p>
        </p:txBody>
      </p:sp>
      <p:pic>
        <p:nvPicPr>
          <p:cNvPr id="5" name="object 3">
            <a:extLst>
              <a:ext uri="{FF2B5EF4-FFF2-40B4-BE49-F238E27FC236}">
                <a16:creationId xmlns:a16="http://schemas.microsoft.com/office/drawing/2014/main" id="{4BBD725C-A069-30AB-9452-218DBFF52087}"/>
              </a:ext>
            </a:extLst>
          </p:cNvPr>
          <p:cNvPicPr/>
          <p:nvPr userDrawn="1"/>
        </p:nvPicPr>
        <p:blipFill>
          <a:blip r:embed="rId2" cstate="print"/>
          <a:stretch>
            <a:fillRect/>
          </a:stretch>
        </p:blipFill>
        <p:spPr>
          <a:xfrm>
            <a:off x="0" y="945387"/>
            <a:ext cx="813371" cy="4495228"/>
          </a:xfrm>
          <a:prstGeom prst="rect">
            <a:avLst/>
          </a:prstGeom>
        </p:spPr>
      </p:pic>
    </p:spTree>
    <p:extLst>
      <p:ext uri="{BB962C8B-B14F-4D97-AF65-F5344CB8AC3E}">
        <p14:creationId xmlns:p14="http://schemas.microsoft.com/office/powerpoint/2010/main" val="42804444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目次_B">
    <p:spTree>
      <p:nvGrpSpPr>
        <p:cNvPr id="1" name=""/>
        <p:cNvGrpSpPr/>
        <p:nvPr/>
      </p:nvGrpSpPr>
      <p:grpSpPr>
        <a:xfrm>
          <a:off x="0" y="0"/>
          <a:ext cx="0" cy="0"/>
          <a:chOff x="0" y="0"/>
          <a:chExt cx="0" cy="0"/>
        </a:xfrm>
      </p:grpSpPr>
      <p:grpSp>
        <p:nvGrpSpPr>
          <p:cNvPr id="3" name="object 2">
            <a:extLst>
              <a:ext uri="{FF2B5EF4-FFF2-40B4-BE49-F238E27FC236}">
                <a16:creationId xmlns:a16="http://schemas.microsoft.com/office/drawing/2014/main" id="{930D0121-30C1-6AA2-37A5-33F546D8DA9B}"/>
              </a:ext>
            </a:extLst>
          </p:cNvPr>
          <p:cNvGrpSpPr/>
          <p:nvPr/>
        </p:nvGrpSpPr>
        <p:grpSpPr>
          <a:xfrm>
            <a:off x="0" y="945387"/>
            <a:ext cx="4597400" cy="4495800"/>
            <a:chOff x="0" y="945387"/>
            <a:chExt cx="4597400" cy="4495800"/>
          </a:xfrm>
        </p:grpSpPr>
        <p:pic>
          <p:nvPicPr>
            <p:cNvPr id="4" name="object 3">
              <a:extLst>
                <a:ext uri="{FF2B5EF4-FFF2-40B4-BE49-F238E27FC236}">
                  <a16:creationId xmlns:a16="http://schemas.microsoft.com/office/drawing/2014/main" id="{4D5AC5A5-CDAC-4467-217B-E0D9749EBD6F}"/>
                </a:ext>
              </a:extLst>
            </p:cNvPr>
            <p:cNvPicPr/>
            <p:nvPr/>
          </p:nvPicPr>
          <p:blipFill>
            <a:blip r:embed="rId2" cstate="print"/>
            <a:stretch>
              <a:fillRect/>
            </a:stretch>
          </p:blipFill>
          <p:spPr>
            <a:xfrm>
              <a:off x="813371" y="945387"/>
              <a:ext cx="3783533" cy="4495228"/>
            </a:xfrm>
            <a:prstGeom prst="rect">
              <a:avLst/>
            </a:prstGeom>
          </p:spPr>
        </p:pic>
        <p:sp>
          <p:nvSpPr>
            <p:cNvPr id="5" name="object 4">
              <a:extLst>
                <a:ext uri="{FF2B5EF4-FFF2-40B4-BE49-F238E27FC236}">
                  <a16:creationId xmlns:a16="http://schemas.microsoft.com/office/drawing/2014/main" id="{D5E15685-ACF9-62A7-FC8B-96457352763B}"/>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4920018" y="945389"/>
            <a:ext cx="6293324" cy="4495800"/>
          </a:xfrm>
        </p:spPr>
        <p:txBody>
          <a:bodyPr>
            <a:noAutofit/>
          </a:bodyPr>
          <a:lstStyle>
            <a:lvl1pPr marL="3573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1pPr>
            <a:lvl2pPr marL="8001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2pPr>
            <a:lvl3pPr marL="12573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3pPr>
            <a:lvl4pPr marL="17145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4pPr>
            <a:lvl5pPr marL="21717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タイトル">
            <a:extLst>
              <a:ext uri="{FF2B5EF4-FFF2-40B4-BE49-F238E27FC236}">
                <a16:creationId xmlns:a16="http://schemas.microsoft.com/office/drawing/2014/main" id="{09A89F03-5E81-1E7A-45AC-470E217FDEAF}"/>
              </a:ext>
            </a:extLst>
          </p:cNvPr>
          <p:cNvSpPr>
            <a:spLocks noGrp="1"/>
          </p:cNvSpPr>
          <p:nvPr>
            <p:ph type="title"/>
          </p:nvPr>
        </p:nvSpPr>
        <p:spPr>
          <a:xfrm>
            <a:off x="1208101" y="945388"/>
            <a:ext cx="2994506" cy="4495800"/>
          </a:xfrm>
        </p:spPr>
        <p:txBody>
          <a:bodyPr anchor="ctr" anchorCtr="1">
            <a:noAutofit/>
          </a:bodyPr>
          <a:lstStyle>
            <a:lvl1pPr algn="ctr">
              <a:defRPr sz="2400" b="1" i="0" spc="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grpSp>
        <p:nvGrpSpPr>
          <p:cNvPr id="2" name="object 2">
            <a:extLst>
              <a:ext uri="{FF2B5EF4-FFF2-40B4-BE49-F238E27FC236}">
                <a16:creationId xmlns:a16="http://schemas.microsoft.com/office/drawing/2014/main" id="{1E07D3B6-55AC-E438-B9DE-2F062AD01FF6}"/>
              </a:ext>
            </a:extLst>
          </p:cNvPr>
          <p:cNvGrpSpPr/>
          <p:nvPr userDrawn="1"/>
        </p:nvGrpSpPr>
        <p:grpSpPr>
          <a:xfrm>
            <a:off x="0" y="945387"/>
            <a:ext cx="4597400" cy="4495800"/>
            <a:chOff x="0" y="945387"/>
            <a:chExt cx="4597400" cy="4495800"/>
          </a:xfrm>
        </p:grpSpPr>
        <p:pic>
          <p:nvPicPr>
            <p:cNvPr id="6" name="object 3">
              <a:extLst>
                <a:ext uri="{FF2B5EF4-FFF2-40B4-BE49-F238E27FC236}">
                  <a16:creationId xmlns:a16="http://schemas.microsoft.com/office/drawing/2014/main" id="{D62789D1-E8EC-FF1F-6756-6DF3C5B05BB5}"/>
                </a:ext>
              </a:extLst>
            </p:cNvPr>
            <p:cNvPicPr/>
            <p:nvPr/>
          </p:nvPicPr>
          <p:blipFill>
            <a:blip r:embed="rId2" cstate="print"/>
            <a:stretch>
              <a:fillRect/>
            </a:stretch>
          </p:blipFill>
          <p:spPr>
            <a:xfrm>
              <a:off x="813371" y="945387"/>
              <a:ext cx="3783533" cy="4495228"/>
            </a:xfrm>
            <a:prstGeom prst="rect">
              <a:avLst/>
            </a:prstGeom>
          </p:spPr>
        </p:pic>
        <p:sp>
          <p:nvSpPr>
            <p:cNvPr id="7" name="object 4">
              <a:extLst>
                <a:ext uri="{FF2B5EF4-FFF2-40B4-BE49-F238E27FC236}">
                  <a16:creationId xmlns:a16="http://schemas.microsoft.com/office/drawing/2014/main" id="{95C60415-EB29-F604-E807-326AC66FE36F}"/>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Tree>
    <p:extLst>
      <p:ext uri="{BB962C8B-B14F-4D97-AF65-F5344CB8AC3E}">
        <p14:creationId xmlns:p14="http://schemas.microsoft.com/office/powerpoint/2010/main" val="291662643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中表紙_A">
    <p:spTree>
      <p:nvGrpSpPr>
        <p:cNvPr id="1" name=""/>
        <p:cNvGrpSpPr/>
        <p:nvPr/>
      </p:nvGrpSpPr>
      <p:grpSpPr>
        <a:xfrm>
          <a:off x="0" y="0"/>
          <a:ext cx="0" cy="0"/>
          <a:chOff x="0" y="0"/>
          <a:chExt cx="0" cy="0"/>
        </a:xfrm>
      </p:grpSpPr>
      <p:sp>
        <p:nvSpPr>
          <p:cNvPr id="3" name="タイトル">
            <a:extLst>
              <a:ext uri="{FF2B5EF4-FFF2-40B4-BE49-F238E27FC236}">
                <a16:creationId xmlns:a16="http://schemas.microsoft.com/office/drawing/2014/main" id="{C7975F62-56BC-5323-200D-B3DA4BB315BF}"/>
              </a:ext>
            </a:extLst>
          </p:cNvPr>
          <p:cNvSpPr>
            <a:spLocks noGrp="1"/>
          </p:cNvSpPr>
          <p:nvPr>
            <p:ph type="title"/>
          </p:nvPr>
        </p:nvSpPr>
        <p:spPr>
          <a:xfrm>
            <a:off x="1194372" y="970788"/>
            <a:ext cx="4648199" cy="4444428"/>
          </a:xfrm>
        </p:spPr>
        <p:txBody>
          <a:bodyPr anchor="ctr" anchorCtr="0">
            <a:noAutofit/>
          </a:bodyPr>
          <a:lstStyle>
            <a:lvl1pPr algn="l">
              <a:defRPr sz="2400" b="1" i="0" spc="0" baseline="0">
                <a:solidFill>
                  <a:schemeClr val="tx2"/>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pic>
        <p:nvPicPr>
          <p:cNvPr id="2" name="object 2">
            <a:extLst>
              <a:ext uri="{FF2B5EF4-FFF2-40B4-BE49-F238E27FC236}">
                <a16:creationId xmlns:a16="http://schemas.microsoft.com/office/drawing/2014/main" id="{17AE3CFA-653A-1522-6DBF-1A5AFE2544BA}"/>
              </a:ext>
            </a:extLst>
          </p:cNvPr>
          <p:cNvPicPr/>
          <p:nvPr/>
        </p:nvPicPr>
        <p:blipFill>
          <a:blip r:embed="rId2" cstate="print"/>
          <a:stretch>
            <a:fillRect/>
          </a:stretch>
        </p:blipFill>
        <p:spPr>
          <a:xfrm>
            <a:off x="0" y="945387"/>
            <a:ext cx="813371" cy="4495228"/>
          </a:xfrm>
          <a:prstGeom prst="rect">
            <a:avLst/>
          </a:prstGeom>
        </p:spPr>
      </p:pic>
      <p:sp>
        <p:nvSpPr>
          <p:cNvPr id="4" name="object 3">
            <a:extLst>
              <a:ext uri="{FF2B5EF4-FFF2-40B4-BE49-F238E27FC236}">
                <a16:creationId xmlns:a16="http://schemas.microsoft.com/office/drawing/2014/main" id="{E4620FE6-B275-64BD-DC0C-F0BB9980B0C0}"/>
              </a:ext>
            </a:extLst>
          </p:cNvPr>
          <p:cNvSpPr/>
          <p:nvPr/>
        </p:nvSpPr>
        <p:spPr>
          <a:xfrm>
            <a:off x="1194371" y="945388"/>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
        <p:nvSpPr>
          <p:cNvPr id="5" name="object 4">
            <a:extLst>
              <a:ext uri="{FF2B5EF4-FFF2-40B4-BE49-F238E27FC236}">
                <a16:creationId xmlns:a16="http://schemas.microsoft.com/office/drawing/2014/main" id="{3B47303A-EB95-4FD9-0B03-4C15806D16EF}"/>
              </a:ext>
            </a:extLst>
          </p:cNvPr>
          <p:cNvSpPr/>
          <p:nvPr/>
        </p:nvSpPr>
        <p:spPr>
          <a:xfrm>
            <a:off x="1194371" y="5415216"/>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pic>
        <p:nvPicPr>
          <p:cNvPr id="6" name="object 2">
            <a:extLst>
              <a:ext uri="{FF2B5EF4-FFF2-40B4-BE49-F238E27FC236}">
                <a16:creationId xmlns:a16="http://schemas.microsoft.com/office/drawing/2014/main" id="{3BFEECFF-C850-6C0D-5CA0-551C389FC3F7}"/>
              </a:ext>
            </a:extLst>
          </p:cNvPr>
          <p:cNvPicPr/>
          <p:nvPr userDrawn="1"/>
        </p:nvPicPr>
        <p:blipFill>
          <a:blip r:embed="rId2" cstate="print"/>
          <a:stretch>
            <a:fillRect/>
          </a:stretch>
        </p:blipFill>
        <p:spPr>
          <a:xfrm>
            <a:off x="0" y="945387"/>
            <a:ext cx="813371" cy="4495228"/>
          </a:xfrm>
          <a:prstGeom prst="rect">
            <a:avLst/>
          </a:prstGeom>
        </p:spPr>
      </p:pic>
      <p:sp>
        <p:nvSpPr>
          <p:cNvPr id="7" name="object 3">
            <a:extLst>
              <a:ext uri="{FF2B5EF4-FFF2-40B4-BE49-F238E27FC236}">
                <a16:creationId xmlns:a16="http://schemas.microsoft.com/office/drawing/2014/main" id="{CDFE2882-0653-C863-C123-49CEDF1D76BD}"/>
              </a:ext>
            </a:extLst>
          </p:cNvPr>
          <p:cNvSpPr/>
          <p:nvPr userDrawn="1"/>
        </p:nvSpPr>
        <p:spPr>
          <a:xfrm>
            <a:off x="1194371" y="945388"/>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
        <p:nvSpPr>
          <p:cNvPr id="8" name="object 4">
            <a:extLst>
              <a:ext uri="{FF2B5EF4-FFF2-40B4-BE49-F238E27FC236}">
                <a16:creationId xmlns:a16="http://schemas.microsoft.com/office/drawing/2014/main" id="{369333FA-EF7E-20AA-BE9C-2CC5A9498106}"/>
              </a:ext>
            </a:extLst>
          </p:cNvPr>
          <p:cNvSpPr/>
          <p:nvPr userDrawn="1"/>
        </p:nvSpPr>
        <p:spPr>
          <a:xfrm>
            <a:off x="1194371" y="5415216"/>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Tree>
    <p:extLst>
      <p:ext uri="{BB962C8B-B14F-4D97-AF65-F5344CB8AC3E}">
        <p14:creationId xmlns:p14="http://schemas.microsoft.com/office/powerpoint/2010/main" val="155122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中表紙_B">
    <p:spTree>
      <p:nvGrpSpPr>
        <p:cNvPr id="1" name=""/>
        <p:cNvGrpSpPr/>
        <p:nvPr/>
      </p:nvGrpSpPr>
      <p:grpSpPr>
        <a:xfrm>
          <a:off x="0" y="0"/>
          <a:ext cx="0" cy="0"/>
          <a:chOff x="0" y="0"/>
          <a:chExt cx="0" cy="0"/>
        </a:xfrm>
      </p:grpSpPr>
      <p:grpSp>
        <p:nvGrpSpPr>
          <p:cNvPr id="2" name="object 2">
            <a:extLst>
              <a:ext uri="{FF2B5EF4-FFF2-40B4-BE49-F238E27FC236}">
                <a16:creationId xmlns:a16="http://schemas.microsoft.com/office/drawing/2014/main" id="{79539DD8-E216-35BF-84FE-EC92636F953D}"/>
              </a:ext>
            </a:extLst>
          </p:cNvPr>
          <p:cNvGrpSpPr/>
          <p:nvPr/>
        </p:nvGrpSpPr>
        <p:grpSpPr>
          <a:xfrm>
            <a:off x="0" y="945388"/>
            <a:ext cx="5842000" cy="4495800"/>
            <a:chOff x="0" y="945388"/>
            <a:chExt cx="5842000" cy="4495800"/>
          </a:xfrm>
        </p:grpSpPr>
        <p:pic>
          <p:nvPicPr>
            <p:cNvPr id="4" name="object 3">
              <a:extLst>
                <a:ext uri="{FF2B5EF4-FFF2-40B4-BE49-F238E27FC236}">
                  <a16:creationId xmlns:a16="http://schemas.microsoft.com/office/drawing/2014/main" id="{0B57F955-76D1-A3CF-285B-113AEE3EC193}"/>
                </a:ext>
              </a:extLst>
            </p:cNvPr>
            <p:cNvPicPr/>
            <p:nvPr/>
          </p:nvPicPr>
          <p:blipFill>
            <a:blip r:embed="rId2" cstate="print"/>
            <a:stretch>
              <a:fillRect/>
            </a:stretch>
          </p:blipFill>
          <p:spPr>
            <a:xfrm>
              <a:off x="813371" y="945388"/>
              <a:ext cx="5028628" cy="4495228"/>
            </a:xfrm>
            <a:prstGeom prst="rect">
              <a:avLst/>
            </a:prstGeom>
          </p:spPr>
        </p:pic>
        <p:sp>
          <p:nvSpPr>
            <p:cNvPr id="5" name="object 4">
              <a:extLst>
                <a:ext uri="{FF2B5EF4-FFF2-40B4-BE49-F238E27FC236}">
                  <a16:creationId xmlns:a16="http://schemas.microsoft.com/office/drawing/2014/main" id="{91E80E5D-13D9-32C7-73EC-5589ECFD8066}"/>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
        <p:nvSpPr>
          <p:cNvPr id="3" name="タイトル">
            <a:extLst>
              <a:ext uri="{FF2B5EF4-FFF2-40B4-BE49-F238E27FC236}">
                <a16:creationId xmlns:a16="http://schemas.microsoft.com/office/drawing/2014/main" id="{C7975F62-56BC-5323-200D-B3DA4BB315BF}"/>
              </a:ext>
            </a:extLst>
          </p:cNvPr>
          <p:cNvSpPr>
            <a:spLocks noGrp="1"/>
          </p:cNvSpPr>
          <p:nvPr>
            <p:ph type="title"/>
          </p:nvPr>
        </p:nvSpPr>
        <p:spPr>
          <a:xfrm>
            <a:off x="1194373" y="970788"/>
            <a:ext cx="4266912" cy="4444428"/>
          </a:xfrm>
        </p:spPr>
        <p:txBody>
          <a:bodyPr anchor="ctr" anchorCtr="0">
            <a:noAutofit/>
          </a:bodyPr>
          <a:lstStyle>
            <a:lvl1pPr algn="l">
              <a:defRPr sz="2400" b="1" i="0" spc="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grpSp>
        <p:nvGrpSpPr>
          <p:cNvPr id="6" name="object 2">
            <a:extLst>
              <a:ext uri="{FF2B5EF4-FFF2-40B4-BE49-F238E27FC236}">
                <a16:creationId xmlns:a16="http://schemas.microsoft.com/office/drawing/2014/main" id="{1C553AF2-5F87-04BA-6503-BFFD837F3F48}"/>
              </a:ext>
            </a:extLst>
          </p:cNvPr>
          <p:cNvGrpSpPr/>
          <p:nvPr userDrawn="1"/>
        </p:nvGrpSpPr>
        <p:grpSpPr>
          <a:xfrm>
            <a:off x="0" y="945388"/>
            <a:ext cx="5842000" cy="4495800"/>
            <a:chOff x="0" y="945388"/>
            <a:chExt cx="5842000" cy="4495800"/>
          </a:xfrm>
        </p:grpSpPr>
        <p:pic>
          <p:nvPicPr>
            <p:cNvPr id="7" name="object 3">
              <a:extLst>
                <a:ext uri="{FF2B5EF4-FFF2-40B4-BE49-F238E27FC236}">
                  <a16:creationId xmlns:a16="http://schemas.microsoft.com/office/drawing/2014/main" id="{C7704DF8-A6D1-FCD8-FF49-79BEB2C94E42}"/>
                </a:ext>
              </a:extLst>
            </p:cNvPr>
            <p:cNvPicPr/>
            <p:nvPr/>
          </p:nvPicPr>
          <p:blipFill>
            <a:blip r:embed="rId2" cstate="print"/>
            <a:stretch>
              <a:fillRect/>
            </a:stretch>
          </p:blipFill>
          <p:spPr>
            <a:xfrm>
              <a:off x="813371" y="945388"/>
              <a:ext cx="5028628" cy="4495228"/>
            </a:xfrm>
            <a:prstGeom prst="rect">
              <a:avLst/>
            </a:prstGeom>
          </p:spPr>
        </p:pic>
        <p:sp>
          <p:nvSpPr>
            <p:cNvPr id="8" name="object 4">
              <a:extLst>
                <a:ext uri="{FF2B5EF4-FFF2-40B4-BE49-F238E27FC236}">
                  <a16:creationId xmlns:a16="http://schemas.microsoft.com/office/drawing/2014/main" id="{4CC65CE5-198F-C812-8651-52D2D3EABD5D}"/>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Tree>
    <p:extLst>
      <p:ext uri="{BB962C8B-B14F-4D97-AF65-F5344CB8AC3E}">
        <p14:creationId xmlns:p14="http://schemas.microsoft.com/office/powerpoint/2010/main" val="14476896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本文_ナンバー入り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F4399D90-F9AD-0F8F-E50F-B4D1C90D120A}"/>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ナンバー">
            <a:extLst>
              <a:ext uri="{FF2B5EF4-FFF2-40B4-BE49-F238E27FC236}">
                <a16:creationId xmlns:a16="http://schemas.microsoft.com/office/drawing/2014/main" id="{6AAD2607-9E59-DF8C-2FAD-FE389B7AD086}"/>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pic>
        <p:nvPicPr>
          <p:cNvPr id="5" name="BAM_LOGO" descr="アイコン&#10;&#10;自動的に生成された説明">
            <a:extLst>
              <a:ext uri="{FF2B5EF4-FFF2-40B4-BE49-F238E27FC236}">
                <a16:creationId xmlns:a16="http://schemas.microsoft.com/office/drawing/2014/main" id="{889B3466-9022-4CEA-6D52-E95DA4D394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
        <p:nvSpPr>
          <p:cNvPr id="6" name="object 111">
            <a:extLst>
              <a:ext uri="{FF2B5EF4-FFF2-40B4-BE49-F238E27FC236}">
                <a16:creationId xmlns:a16="http://schemas.microsoft.com/office/drawing/2014/main" id="{016EC3CC-16DE-9361-292F-640A03FFD96D}"/>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pic>
        <p:nvPicPr>
          <p:cNvPr id="7" name="BAM_LOGO" descr="アイコン&#10;&#10;自動的に生成された説明">
            <a:extLst>
              <a:ext uri="{FF2B5EF4-FFF2-40B4-BE49-F238E27FC236}">
                <a16:creationId xmlns:a16="http://schemas.microsoft.com/office/drawing/2014/main" id="{7D06638F-AE60-A6FD-E6E9-7DE575567F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386287686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本文_ナンバー入り">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F4399D90-F9AD-0F8F-E50F-B4D1C90D120A}"/>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ナンバー">
            <a:extLst>
              <a:ext uri="{FF2B5EF4-FFF2-40B4-BE49-F238E27FC236}">
                <a16:creationId xmlns:a16="http://schemas.microsoft.com/office/drawing/2014/main" id="{6AAD2607-9E59-DF8C-2FAD-FE389B7AD086}"/>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sp>
        <p:nvSpPr>
          <p:cNvPr id="5" name="object 111">
            <a:extLst>
              <a:ext uri="{FF2B5EF4-FFF2-40B4-BE49-F238E27FC236}">
                <a16:creationId xmlns:a16="http://schemas.microsoft.com/office/drawing/2014/main" id="{388DE2A5-C4C9-2213-A939-49058955B49D}"/>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Tree>
    <p:extLst>
      <p:ext uri="{BB962C8B-B14F-4D97-AF65-F5344CB8AC3E}">
        <p14:creationId xmlns:p14="http://schemas.microsoft.com/office/powerpoint/2010/main" val="386774735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本文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81AEEF02-1BFB-3EB0-19ED-C218A8A17AE8}"/>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857DE349-559E-28B3-516B-A7100EAE585C}"/>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pic>
        <p:nvPicPr>
          <p:cNvPr id="5" name="BAM_LOGO" descr="アイコン&#10;&#10;自動的に生成された説明">
            <a:extLst>
              <a:ext uri="{FF2B5EF4-FFF2-40B4-BE49-F238E27FC236}">
                <a16:creationId xmlns:a16="http://schemas.microsoft.com/office/drawing/2014/main" id="{B512E199-7640-C4BF-75F5-CB2F5BEB6C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
        <p:nvSpPr>
          <p:cNvPr id="6" name="object 111">
            <a:extLst>
              <a:ext uri="{FF2B5EF4-FFF2-40B4-BE49-F238E27FC236}">
                <a16:creationId xmlns:a16="http://schemas.microsoft.com/office/drawing/2014/main" id="{C5A217DD-6E78-FB38-B55E-E35936A2542F}"/>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pic>
        <p:nvPicPr>
          <p:cNvPr id="7" name="BAM_LOGO" descr="アイコン&#10;&#10;自動的に生成された説明">
            <a:extLst>
              <a:ext uri="{FF2B5EF4-FFF2-40B4-BE49-F238E27FC236}">
                <a16:creationId xmlns:a16="http://schemas.microsoft.com/office/drawing/2014/main" id="{517E1782-1AE5-0D99-A8C7-50796C7C4AB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78169345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本文">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81AEEF02-1BFB-3EB0-19ED-C218A8A17AE8}"/>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857DE349-559E-28B3-516B-A7100EAE585C}"/>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5" name="object 111">
            <a:extLst>
              <a:ext uri="{FF2B5EF4-FFF2-40B4-BE49-F238E27FC236}">
                <a16:creationId xmlns:a16="http://schemas.microsoft.com/office/drawing/2014/main" id="{C1B66EA8-D320-0146-57AF-5296A9D8C739}"/>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Tree>
    <p:extLst>
      <p:ext uri="{BB962C8B-B14F-4D97-AF65-F5344CB8AC3E}">
        <p14:creationId xmlns:p14="http://schemas.microsoft.com/office/powerpoint/2010/main" val="100594121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本文_白紙_BAM">
    <p:spTree>
      <p:nvGrpSpPr>
        <p:cNvPr id="1" name=""/>
        <p:cNvGrpSpPr/>
        <p:nvPr/>
      </p:nvGrpSpPr>
      <p:grpSpPr>
        <a:xfrm>
          <a:off x="0" y="0"/>
          <a:ext cx="0" cy="0"/>
          <a:chOff x="0" y="0"/>
          <a:chExt cx="0" cy="0"/>
        </a:xfrm>
      </p:grpSpPr>
      <p:pic>
        <p:nvPicPr>
          <p:cNvPr id="2" name="BAM_LOGO" descr="アイコン&#10;&#10;自動的に生成された説明">
            <a:extLst>
              <a:ext uri="{FF2B5EF4-FFF2-40B4-BE49-F238E27FC236}">
                <a16:creationId xmlns:a16="http://schemas.microsoft.com/office/drawing/2014/main" id="{4FD953A0-0DA5-5E36-2B38-54A6A9AF5D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pic>
        <p:nvPicPr>
          <p:cNvPr id="3" name="BAM_LOGO" descr="アイコン&#10;&#10;自動的に生成された説明">
            <a:extLst>
              <a:ext uri="{FF2B5EF4-FFF2-40B4-BE49-F238E27FC236}">
                <a16:creationId xmlns:a16="http://schemas.microsoft.com/office/drawing/2014/main" id="{CF96771B-86D9-1E42-5B6D-6563FBC1AC0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315257859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本文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77593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obj"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390757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表紙_A">
    <p:spTree>
      <p:nvGrpSpPr>
        <p:cNvPr id="1" name=""/>
        <p:cNvGrpSpPr/>
        <p:nvPr/>
      </p:nvGrpSpPr>
      <p:grpSpPr>
        <a:xfrm>
          <a:off x="0" y="0"/>
          <a:ext cx="0" cy="0"/>
          <a:chOff x="0" y="0"/>
          <a:chExt cx="0" cy="0"/>
        </a:xfrm>
      </p:grpSpPr>
      <p:pic>
        <p:nvPicPr>
          <p:cNvPr id="2" name="図 1">
            <a:extLst>
              <a:ext uri="{FF2B5EF4-FFF2-40B4-BE49-F238E27FC236}">
                <a16:creationId xmlns:a16="http://schemas.microsoft.com/office/drawing/2014/main" id="{1BAECB58-339C-F86C-5CB0-DEEDF8DFAD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3" name="図 2">
            <a:extLst>
              <a:ext uri="{FF2B5EF4-FFF2-40B4-BE49-F238E27FC236}">
                <a16:creationId xmlns:a16="http://schemas.microsoft.com/office/drawing/2014/main" id="{4162FC05-AD16-7B24-B216-B9A1ADBC59E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16" name="名前">
            <a:extLst>
              <a:ext uri="{FF2B5EF4-FFF2-40B4-BE49-F238E27FC236}">
                <a16:creationId xmlns:a16="http://schemas.microsoft.com/office/drawing/2014/main" id="{43018499-C620-465D-9DB6-E8E69535AC88}"/>
              </a:ext>
            </a:extLst>
          </p:cNvPr>
          <p:cNvSpPr>
            <a:spLocks noGrp="1"/>
          </p:cNvSpPr>
          <p:nvPr>
            <p:ph type="body" sz="quarter" idx="13" hasCustomPrompt="1"/>
          </p:nvPr>
        </p:nvSpPr>
        <p:spPr>
          <a:xfrm>
            <a:off x="1684563" y="4021027"/>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ja-JP" altLang="en-US"/>
              <a:t>（役職）氏名</a:t>
            </a:r>
          </a:p>
        </p:txBody>
      </p:sp>
      <p:sp>
        <p:nvSpPr>
          <p:cNvPr id="15" name="部署">
            <a:extLst>
              <a:ext uri="{FF2B5EF4-FFF2-40B4-BE49-F238E27FC236}">
                <a16:creationId xmlns:a16="http://schemas.microsoft.com/office/drawing/2014/main" id="{5A4C3E20-A39C-6AE5-0144-B24CDF210178}"/>
              </a:ext>
            </a:extLst>
          </p:cNvPr>
          <p:cNvSpPr>
            <a:spLocks noGrp="1"/>
          </p:cNvSpPr>
          <p:nvPr>
            <p:ph type="body" sz="quarter" idx="12" hasCustomPrompt="1"/>
          </p:nvPr>
        </p:nvSpPr>
        <p:spPr>
          <a:xfrm>
            <a:off x="1684563" y="3785903"/>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en-US" altLang="ja-JP"/>
              <a:t>XX</a:t>
            </a:r>
            <a:r>
              <a:rPr kumimoji="1" lang="ja-JP" altLang="en-US"/>
              <a:t>本部　</a:t>
            </a:r>
            <a:r>
              <a:rPr kumimoji="1" lang="en-US" altLang="ja-JP"/>
              <a:t>XX</a:t>
            </a:r>
            <a:r>
              <a:rPr kumimoji="1" lang="ja-JP" altLang="en-US"/>
              <a:t>部　</a:t>
            </a:r>
            <a:r>
              <a:rPr kumimoji="1" lang="en-US" altLang="ja-JP"/>
              <a:t>XX</a:t>
            </a:r>
            <a:r>
              <a:rPr kumimoji="1" lang="ja-JP" altLang="en-US"/>
              <a:t>グループ</a:t>
            </a:r>
          </a:p>
        </p:txBody>
      </p:sp>
      <p:sp>
        <p:nvSpPr>
          <p:cNvPr id="14" name="日付">
            <a:extLst>
              <a:ext uri="{FF2B5EF4-FFF2-40B4-BE49-F238E27FC236}">
                <a16:creationId xmlns:a16="http://schemas.microsoft.com/office/drawing/2014/main" id="{2F5D6FEF-12D6-0AA9-B3B8-8DCB7AB20E7E}"/>
              </a:ext>
            </a:extLst>
          </p:cNvPr>
          <p:cNvSpPr>
            <a:spLocks noGrp="1"/>
          </p:cNvSpPr>
          <p:nvPr>
            <p:ph type="body" sz="quarter" idx="11"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2024/00/00</a:t>
            </a:r>
            <a:endParaRPr kumimoji="1" lang="ja-JP" altLang="en-US"/>
          </a:p>
        </p:txBody>
      </p:sp>
      <p:sp>
        <p:nvSpPr>
          <p:cNvPr id="7" name="メインタイトル">
            <a:extLst>
              <a:ext uri="{FF2B5EF4-FFF2-40B4-BE49-F238E27FC236}">
                <a16:creationId xmlns:a16="http://schemas.microsoft.com/office/drawing/2014/main" id="{09ECA78D-08B5-DCBE-DF4E-62A668CC3311}"/>
              </a:ext>
            </a:extLst>
          </p:cNvPr>
          <p:cNvSpPr>
            <a:spLocks noGrp="1"/>
          </p:cNvSpPr>
          <p:nvPr>
            <p:ph type="title"/>
          </p:nvPr>
        </p:nvSpPr>
        <p:spPr>
          <a:xfrm>
            <a:off x="1684564" y="1742505"/>
            <a:ext cx="3286760" cy="1604223"/>
          </a:xfrm>
        </p:spPr>
        <p:txBody>
          <a:bodyPr anchor="ctr" anchorCtr="1">
            <a:noAutofit/>
          </a:bodyPr>
          <a:lstStyle>
            <a:lvl1pPr algn="ctr">
              <a:defRPr sz="2350" b="1" i="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13" name="サブタイトル">
            <a:extLst>
              <a:ext uri="{FF2B5EF4-FFF2-40B4-BE49-F238E27FC236}">
                <a16:creationId xmlns:a16="http://schemas.microsoft.com/office/drawing/2014/main" id="{44D4296A-6987-C785-337C-072DCB78B5D9}"/>
              </a:ext>
            </a:extLst>
          </p:cNvPr>
          <p:cNvSpPr>
            <a:spLocks noGrp="1"/>
          </p:cNvSpPr>
          <p:nvPr>
            <p:ph type="body" sz="quarter" idx="10"/>
          </p:nvPr>
        </p:nvSpPr>
        <p:spPr>
          <a:xfrm>
            <a:off x="1684565" y="1299248"/>
            <a:ext cx="3286759" cy="279049"/>
          </a:xfrm>
        </p:spPr>
        <p:txBody>
          <a:bodyPr>
            <a:noAutofit/>
          </a:bodyPr>
          <a:lstStyle>
            <a:lvl1pPr algn="ctr">
              <a:defRPr sz="1500" b="0" i="0" baseline="0">
                <a:solidFill>
                  <a:schemeClr val="bg1"/>
                </a:solidFill>
                <a:latin typeface="Segoe UI" panose="020B0502040204020203" pitchFamily="34" charset="0"/>
                <a:ea typeface="Meiryo UI" panose="020B0604030504040204" pitchFamily="34" charset="-128"/>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lvl="0"/>
            <a:r>
              <a:rPr kumimoji="1" lang="ja-JP" altLang="en-US"/>
              <a:t>マスター テキストの書式設定</a:t>
            </a:r>
          </a:p>
        </p:txBody>
      </p:sp>
      <p:pic>
        <p:nvPicPr>
          <p:cNvPr id="4" name="LOGO" descr="テキスト&#10;&#10;自動的に生成された説明">
            <a:extLst>
              <a:ext uri="{FF2B5EF4-FFF2-40B4-BE49-F238E27FC236}">
                <a16:creationId xmlns:a16="http://schemas.microsoft.com/office/drawing/2014/main" id="{5B1F2DFA-201B-AC5B-7854-C7896AFF1AB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5" name="object 13">
            <a:extLst>
              <a:ext uri="{FF2B5EF4-FFF2-40B4-BE49-F238E27FC236}">
                <a16:creationId xmlns:a16="http://schemas.microsoft.com/office/drawing/2014/main" id="{417D132C-783A-C000-F77C-7588E3BF021B}"/>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6" name="object 12">
            <a:extLst>
              <a:ext uri="{FF2B5EF4-FFF2-40B4-BE49-F238E27FC236}">
                <a16:creationId xmlns:a16="http://schemas.microsoft.com/office/drawing/2014/main" id="{D49FA8D5-B242-1EED-B7B4-99663359D875}"/>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8" name="テキスト ボックス 7">
            <a:extLst>
              <a:ext uri="{FF2B5EF4-FFF2-40B4-BE49-F238E27FC236}">
                <a16:creationId xmlns:a16="http://schemas.microsoft.com/office/drawing/2014/main" id="{4644CAE7-C0DA-7752-FD6A-B9A14D837721}"/>
              </a:ext>
            </a:extLst>
          </p:cNvPr>
          <p:cNvSpPr txBox="1"/>
          <p:nvPr/>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pic>
        <p:nvPicPr>
          <p:cNvPr id="9" name="図 8">
            <a:extLst>
              <a:ext uri="{FF2B5EF4-FFF2-40B4-BE49-F238E27FC236}">
                <a16:creationId xmlns:a16="http://schemas.microsoft.com/office/drawing/2014/main" id="{CA3CF886-35A5-B2AA-1BCC-825B1FC3C24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10" name="図 9">
            <a:extLst>
              <a:ext uri="{FF2B5EF4-FFF2-40B4-BE49-F238E27FC236}">
                <a16:creationId xmlns:a16="http://schemas.microsoft.com/office/drawing/2014/main" id="{78B24EDA-8A90-A174-F762-B198A9CEFC8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0" y="6375767"/>
            <a:ext cx="12192000" cy="482600"/>
          </a:xfrm>
          <a:prstGeom prst="rect">
            <a:avLst/>
          </a:prstGeom>
        </p:spPr>
      </p:pic>
      <p:pic>
        <p:nvPicPr>
          <p:cNvPr id="11" name="LOGO" descr="テキスト&#10;&#10;自動的に生成された説明">
            <a:extLst>
              <a:ext uri="{FF2B5EF4-FFF2-40B4-BE49-F238E27FC236}">
                <a16:creationId xmlns:a16="http://schemas.microsoft.com/office/drawing/2014/main" id="{BA139078-EEFD-BAAA-371B-81F27F10841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12" name="object 13">
            <a:extLst>
              <a:ext uri="{FF2B5EF4-FFF2-40B4-BE49-F238E27FC236}">
                <a16:creationId xmlns:a16="http://schemas.microsoft.com/office/drawing/2014/main" id="{AD0D2DA8-EE36-8A14-0FB2-23547F7E8449}"/>
              </a:ext>
            </a:extLst>
          </p:cNvPr>
          <p:cNvSpPr/>
          <p:nvPr userDrawn="1"/>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17" name="object 12">
            <a:extLst>
              <a:ext uri="{FF2B5EF4-FFF2-40B4-BE49-F238E27FC236}">
                <a16:creationId xmlns:a16="http://schemas.microsoft.com/office/drawing/2014/main" id="{14E02FA2-ABAD-C893-1B69-C16BDD13A920}"/>
              </a:ext>
            </a:extLst>
          </p:cNvPr>
          <p:cNvSpPr/>
          <p:nvPr userDrawn="1"/>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18" name="テキスト ボックス 17">
            <a:extLst>
              <a:ext uri="{FF2B5EF4-FFF2-40B4-BE49-F238E27FC236}">
                <a16:creationId xmlns:a16="http://schemas.microsoft.com/office/drawing/2014/main" id="{C1D488B3-0E8D-7A4D-C6BC-4D6D8F712EC2}"/>
              </a:ext>
            </a:extLst>
          </p:cNvPr>
          <p:cNvSpPr txBox="1"/>
          <p:nvPr userDrawn="1"/>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spTree>
    <p:extLst>
      <p:ext uri="{BB962C8B-B14F-4D97-AF65-F5344CB8AC3E}">
        <p14:creationId xmlns:p14="http://schemas.microsoft.com/office/powerpoint/2010/main" val="174422384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表紙_B">
    <p:spTree>
      <p:nvGrpSpPr>
        <p:cNvPr id="1" name=""/>
        <p:cNvGrpSpPr/>
        <p:nvPr/>
      </p:nvGrpSpPr>
      <p:grpSpPr>
        <a:xfrm>
          <a:off x="0" y="0"/>
          <a:ext cx="0" cy="0"/>
          <a:chOff x="0" y="0"/>
          <a:chExt cx="0" cy="0"/>
        </a:xfrm>
      </p:grpSpPr>
      <p:grpSp>
        <p:nvGrpSpPr>
          <p:cNvPr id="6" name="object 2">
            <a:extLst>
              <a:ext uri="{FF2B5EF4-FFF2-40B4-BE49-F238E27FC236}">
                <a16:creationId xmlns:a16="http://schemas.microsoft.com/office/drawing/2014/main" id="{8416DBE6-0C4F-B18F-1C57-B9A6CF3B1CF4}"/>
              </a:ext>
            </a:extLst>
          </p:cNvPr>
          <p:cNvGrpSpPr/>
          <p:nvPr/>
        </p:nvGrpSpPr>
        <p:grpSpPr>
          <a:xfrm>
            <a:off x="0" y="945388"/>
            <a:ext cx="5842000" cy="4495800"/>
            <a:chOff x="0" y="945388"/>
            <a:chExt cx="5842000" cy="4495800"/>
          </a:xfrm>
        </p:grpSpPr>
        <p:pic>
          <p:nvPicPr>
            <p:cNvPr id="8" name="object 3">
              <a:extLst>
                <a:ext uri="{FF2B5EF4-FFF2-40B4-BE49-F238E27FC236}">
                  <a16:creationId xmlns:a16="http://schemas.microsoft.com/office/drawing/2014/main" id="{57C06617-46E5-D9A5-3223-CA2B04A5F41F}"/>
                </a:ext>
              </a:extLst>
            </p:cNvPr>
            <p:cNvPicPr/>
            <p:nvPr/>
          </p:nvPicPr>
          <p:blipFill>
            <a:blip r:embed="rId2" cstate="print"/>
            <a:stretch>
              <a:fillRect/>
            </a:stretch>
          </p:blipFill>
          <p:spPr>
            <a:xfrm>
              <a:off x="813371" y="945388"/>
              <a:ext cx="5028628" cy="4495228"/>
            </a:xfrm>
            <a:prstGeom prst="rect">
              <a:avLst/>
            </a:prstGeom>
          </p:spPr>
        </p:pic>
        <p:sp>
          <p:nvSpPr>
            <p:cNvPr id="9" name="object 4">
              <a:extLst>
                <a:ext uri="{FF2B5EF4-FFF2-40B4-BE49-F238E27FC236}">
                  <a16:creationId xmlns:a16="http://schemas.microsoft.com/office/drawing/2014/main" id="{CECB6D33-678B-C3D2-B22A-CF9280FAEF67}"/>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pic>
        <p:nvPicPr>
          <p:cNvPr id="4" name="object 3">
            <a:extLst>
              <a:ext uri="{FF2B5EF4-FFF2-40B4-BE49-F238E27FC236}">
                <a16:creationId xmlns:a16="http://schemas.microsoft.com/office/drawing/2014/main" id="{3DF2DCA4-7047-1011-AB3A-B01B6D8D161F}"/>
              </a:ext>
            </a:extLst>
          </p:cNvPr>
          <p:cNvPicPr/>
          <p:nvPr/>
        </p:nvPicPr>
        <p:blipFill>
          <a:blip r:embed="rId3" cstate="print"/>
          <a:stretch>
            <a:fillRect/>
          </a:stretch>
        </p:blipFill>
        <p:spPr>
          <a:xfrm>
            <a:off x="0" y="945387"/>
            <a:ext cx="5842000" cy="4495228"/>
          </a:xfrm>
          <a:prstGeom prst="rect">
            <a:avLst/>
          </a:prstGeom>
        </p:spPr>
      </p:pic>
      <p:sp>
        <p:nvSpPr>
          <p:cNvPr id="5" name="object 4">
            <a:extLst>
              <a:ext uri="{FF2B5EF4-FFF2-40B4-BE49-F238E27FC236}">
                <a16:creationId xmlns:a16="http://schemas.microsoft.com/office/drawing/2014/main" id="{164F495E-B385-662B-9FDE-54599DDFE214}"/>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sp>
        <p:nvSpPr>
          <p:cNvPr id="16" name="名前">
            <a:extLst>
              <a:ext uri="{FF2B5EF4-FFF2-40B4-BE49-F238E27FC236}">
                <a16:creationId xmlns:a16="http://schemas.microsoft.com/office/drawing/2014/main" id="{43018499-C620-465D-9DB6-E8E69535AC88}"/>
              </a:ext>
            </a:extLst>
          </p:cNvPr>
          <p:cNvSpPr>
            <a:spLocks noGrp="1"/>
          </p:cNvSpPr>
          <p:nvPr>
            <p:ph type="body" sz="quarter" idx="13" hasCustomPrompt="1"/>
          </p:nvPr>
        </p:nvSpPr>
        <p:spPr>
          <a:xfrm>
            <a:off x="1684563" y="4021027"/>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ja-JP" altLang="en-US"/>
              <a:t>（役職）氏名</a:t>
            </a:r>
          </a:p>
        </p:txBody>
      </p:sp>
      <p:sp>
        <p:nvSpPr>
          <p:cNvPr id="15" name="部署">
            <a:extLst>
              <a:ext uri="{FF2B5EF4-FFF2-40B4-BE49-F238E27FC236}">
                <a16:creationId xmlns:a16="http://schemas.microsoft.com/office/drawing/2014/main" id="{5A4C3E20-A39C-6AE5-0144-B24CDF210178}"/>
              </a:ext>
            </a:extLst>
          </p:cNvPr>
          <p:cNvSpPr>
            <a:spLocks noGrp="1"/>
          </p:cNvSpPr>
          <p:nvPr>
            <p:ph type="body" sz="quarter" idx="12" hasCustomPrompt="1"/>
          </p:nvPr>
        </p:nvSpPr>
        <p:spPr>
          <a:xfrm>
            <a:off x="1684563" y="3785903"/>
            <a:ext cx="3286760" cy="214098"/>
          </a:xfrm>
        </p:spPr>
        <p:txBody>
          <a:bodyPr/>
          <a:lstStyle>
            <a:lvl1pPr algn="ctr">
              <a:defRPr sz="1200" b="0" i="0" baseline="0">
                <a:solidFill>
                  <a:schemeClr val="bg1"/>
                </a:solidFill>
                <a:latin typeface="Segoe UI" panose="020B0502040204020203" pitchFamily="34" charset="0"/>
                <a:ea typeface="Meiryo UI" panose="020B0604030504040204" pitchFamily="34" charset="-128"/>
              </a:defRPr>
            </a:lvl1pPr>
          </a:lstStyle>
          <a:p>
            <a:pPr lvl="0"/>
            <a:r>
              <a:rPr kumimoji="1" lang="en-US" altLang="ja-JP"/>
              <a:t>XX</a:t>
            </a:r>
            <a:r>
              <a:rPr kumimoji="1" lang="ja-JP" altLang="en-US"/>
              <a:t>本部　</a:t>
            </a:r>
            <a:r>
              <a:rPr kumimoji="1" lang="en-US" altLang="ja-JP"/>
              <a:t>XX</a:t>
            </a:r>
            <a:r>
              <a:rPr kumimoji="1" lang="ja-JP" altLang="en-US"/>
              <a:t>部　</a:t>
            </a:r>
            <a:r>
              <a:rPr kumimoji="1" lang="en-US" altLang="ja-JP"/>
              <a:t>XX</a:t>
            </a:r>
            <a:r>
              <a:rPr kumimoji="1" lang="ja-JP" altLang="en-US"/>
              <a:t>グループ</a:t>
            </a:r>
          </a:p>
        </p:txBody>
      </p:sp>
      <p:sp>
        <p:nvSpPr>
          <p:cNvPr id="14" name="日付">
            <a:extLst>
              <a:ext uri="{FF2B5EF4-FFF2-40B4-BE49-F238E27FC236}">
                <a16:creationId xmlns:a16="http://schemas.microsoft.com/office/drawing/2014/main" id="{2F5D6FEF-12D6-0AA9-B3B8-8DCB7AB20E7E}"/>
              </a:ext>
            </a:extLst>
          </p:cNvPr>
          <p:cNvSpPr>
            <a:spLocks noGrp="1"/>
          </p:cNvSpPr>
          <p:nvPr>
            <p:ph type="body" sz="quarter" idx="11" hasCustomPrompt="1"/>
          </p:nvPr>
        </p:nvSpPr>
        <p:spPr>
          <a:xfrm>
            <a:off x="1684564" y="3604459"/>
            <a:ext cx="3286760" cy="147284"/>
          </a:xfrm>
        </p:spPr>
        <p:txBody>
          <a:bodyPr/>
          <a:lstStyle>
            <a:lvl1pPr algn="ctr">
              <a:defRPr sz="800" b="0" i="0" spc="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vl2pPr algn="ctr">
              <a:defRPr sz="800" b="0" i="0">
                <a:solidFill>
                  <a:schemeClr val="bg1"/>
                </a:solidFill>
                <a:latin typeface="Arial" panose="020B0604020202020204" pitchFamily="34" charset="0"/>
                <a:cs typeface="Arial" panose="020B0604020202020204" pitchFamily="34" charset="0"/>
              </a:defRPr>
            </a:lvl2pPr>
            <a:lvl3pPr algn="ctr">
              <a:defRPr sz="800" b="0" i="0">
                <a:solidFill>
                  <a:schemeClr val="bg1"/>
                </a:solidFill>
                <a:latin typeface="Arial" panose="020B0604020202020204" pitchFamily="34" charset="0"/>
                <a:cs typeface="Arial" panose="020B0604020202020204" pitchFamily="34" charset="0"/>
              </a:defRPr>
            </a:lvl3pPr>
            <a:lvl4pPr algn="ctr">
              <a:defRPr sz="800" b="0" i="0">
                <a:solidFill>
                  <a:schemeClr val="bg1"/>
                </a:solidFill>
                <a:latin typeface="Arial" panose="020B0604020202020204" pitchFamily="34" charset="0"/>
                <a:cs typeface="Arial" panose="020B0604020202020204" pitchFamily="34" charset="0"/>
              </a:defRPr>
            </a:lvl4pPr>
            <a:lvl5pPr algn="ctr">
              <a:defRPr sz="800" b="0" i="0">
                <a:solidFill>
                  <a:schemeClr val="bg1"/>
                </a:solidFill>
                <a:latin typeface="Arial" panose="020B0604020202020204" pitchFamily="34" charset="0"/>
                <a:cs typeface="Arial" panose="020B0604020202020204" pitchFamily="34" charset="0"/>
              </a:defRPr>
            </a:lvl5pPr>
          </a:lstStyle>
          <a:p>
            <a:pPr lvl="0"/>
            <a:r>
              <a:rPr kumimoji="1" lang="en-US" altLang="ja-JP"/>
              <a:t>2024/00/00</a:t>
            </a:r>
            <a:endParaRPr kumimoji="1" lang="ja-JP" altLang="en-US"/>
          </a:p>
        </p:txBody>
      </p:sp>
      <p:sp>
        <p:nvSpPr>
          <p:cNvPr id="7" name="メインタイトル">
            <a:extLst>
              <a:ext uri="{FF2B5EF4-FFF2-40B4-BE49-F238E27FC236}">
                <a16:creationId xmlns:a16="http://schemas.microsoft.com/office/drawing/2014/main" id="{09ECA78D-08B5-DCBE-DF4E-62A668CC3311}"/>
              </a:ext>
            </a:extLst>
          </p:cNvPr>
          <p:cNvSpPr>
            <a:spLocks noGrp="1"/>
          </p:cNvSpPr>
          <p:nvPr>
            <p:ph type="title"/>
          </p:nvPr>
        </p:nvSpPr>
        <p:spPr>
          <a:xfrm>
            <a:off x="1684564" y="1742505"/>
            <a:ext cx="3286760" cy="1604223"/>
          </a:xfrm>
        </p:spPr>
        <p:txBody>
          <a:bodyPr anchor="ctr" anchorCtr="1">
            <a:noAutofit/>
          </a:bodyPr>
          <a:lstStyle>
            <a:lvl1pPr algn="ctr">
              <a:defRPr sz="2350" b="1" i="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13" name="サブタイトル">
            <a:extLst>
              <a:ext uri="{FF2B5EF4-FFF2-40B4-BE49-F238E27FC236}">
                <a16:creationId xmlns:a16="http://schemas.microsoft.com/office/drawing/2014/main" id="{44D4296A-6987-C785-337C-072DCB78B5D9}"/>
              </a:ext>
            </a:extLst>
          </p:cNvPr>
          <p:cNvSpPr>
            <a:spLocks noGrp="1"/>
          </p:cNvSpPr>
          <p:nvPr>
            <p:ph type="body" sz="quarter" idx="10"/>
          </p:nvPr>
        </p:nvSpPr>
        <p:spPr>
          <a:xfrm>
            <a:off x="1684565" y="1299248"/>
            <a:ext cx="3286759" cy="279049"/>
          </a:xfrm>
        </p:spPr>
        <p:txBody>
          <a:bodyPr>
            <a:noAutofit/>
          </a:bodyPr>
          <a:lstStyle>
            <a:lvl1pPr algn="ctr">
              <a:defRPr sz="1500" b="0" i="0" baseline="0">
                <a:solidFill>
                  <a:schemeClr val="bg1"/>
                </a:solidFill>
                <a:latin typeface="Segoe UI" panose="020B0502040204020203" pitchFamily="34" charset="0"/>
                <a:ea typeface="Meiryo UI" panose="020B0604030504040204" pitchFamily="34" charset="-128"/>
              </a:defRPr>
            </a:lvl1pPr>
            <a:lvl2pPr algn="ctr">
              <a:defRPr sz="1500">
                <a:solidFill>
                  <a:schemeClr val="bg1"/>
                </a:solidFill>
              </a:defRPr>
            </a:lvl2pPr>
            <a:lvl3pPr algn="ctr">
              <a:defRPr sz="1500">
                <a:solidFill>
                  <a:schemeClr val="bg1"/>
                </a:solidFill>
              </a:defRPr>
            </a:lvl3pPr>
            <a:lvl4pPr algn="ctr">
              <a:defRPr sz="1500">
                <a:solidFill>
                  <a:schemeClr val="bg1"/>
                </a:solidFill>
              </a:defRPr>
            </a:lvl4pPr>
            <a:lvl5pPr algn="ctr">
              <a:defRPr sz="1500">
                <a:solidFill>
                  <a:schemeClr val="bg1"/>
                </a:solidFill>
              </a:defRPr>
            </a:lvl5pPr>
          </a:lstStyle>
          <a:p>
            <a:pPr lvl="0"/>
            <a:r>
              <a:rPr kumimoji="1" lang="ja-JP" altLang="en-US"/>
              <a:t>マスター テキストの書式設定</a:t>
            </a:r>
          </a:p>
        </p:txBody>
      </p:sp>
      <p:pic>
        <p:nvPicPr>
          <p:cNvPr id="10" name="LOGO" descr="テキスト&#10;&#10;自動的に生成された説明">
            <a:extLst>
              <a:ext uri="{FF2B5EF4-FFF2-40B4-BE49-F238E27FC236}">
                <a16:creationId xmlns:a16="http://schemas.microsoft.com/office/drawing/2014/main" id="{2F1AB5BC-9B6B-6B25-E6D9-6033879772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11" name="object 13">
            <a:extLst>
              <a:ext uri="{FF2B5EF4-FFF2-40B4-BE49-F238E27FC236}">
                <a16:creationId xmlns:a16="http://schemas.microsoft.com/office/drawing/2014/main" id="{3FB4366F-D449-8B34-DC04-2022D1832753}"/>
              </a:ext>
            </a:extLst>
          </p:cNvPr>
          <p:cNvSpPr/>
          <p:nvPr/>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12" name="object 12">
            <a:extLst>
              <a:ext uri="{FF2B5EF4-FFF2-40B4-BE49-F238E27FC236}">
                <a16:creationId xmlns:a16="http://schemas.microsoft.com/office/drawing/2014/main" id="{047A8F08-C9B5-B681-AE6A-B3501DBCC587}"/>
              </a:ext>
            </a:extLst>
          </p:cNvPr>
          <p:cNvSpPr/>
          <p:nvPr/>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pic>
        <p:nvPicPr>
          <p:cNvPr id="2" name="図 1">
            <a:extLst>
              <a:ext uri="{FF2B5EF4-FFF2-40B4-BE49-F238E27FC236}">
                <a16:creationId xmlns:a16="http://schemas.microsoft.com/office/drawing/2014/main" id="{C23EEBE3-C4D7-DC61-25E0-97495233FFA8}"/>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17" name="テキスト ボックス 16">
            <a:extLst>
              <a:ext uri="{FF2B5EF4-FFF2-40B4-BE49-F238E27FC236}">
                <a16:creationId xmlns:a16="http://schemas.microsoft.com/office/drawing/2014/main" id="{9AB586AD-4E90-8D43-5B2C-9EC255FA39C6}"/>
              </a:ext>
            </a:extLst>
          </p:cNvPr>
          <p:cNvSpPr txBox="1"/>
          <p:nvPr/>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grpSp>
        <p:nvGrpSpPr>
          <p:cNvPr id="3" name="object 2">
            <a:extLst>
              <a:ext uri="{FF2B5EF4-FFF2-40B4-BE49-F238E27FC236}">
                <a16:creationId xmlns:a16="http://schemas.microsoft.com/office/drawing/2014/main" id="{B74B3CDF-17D2-5C12-7497-C26079F423D4}"/>
              </a:ext>
            </a:extLst>
          </p:cNvPr>
          <p:cNvGrpSpPr/>
          <p:nvPr userDrawn="1"/>
        </p:nvGrpSpPr>
        <p:grpSpPr>
          <a:xfrm>
            <a:off x="0" y="945388"/>
            <a:ext cx="5842000" cy="4495800"/>
            <a:chOff x="0" y="945388"/>
            <a:chExt cx="5842000" cy="4495800"/>
          </a:xfrm>
        </p:grpSpPr>
        <p:pic>
          <p:nvPicPr>
            <p:cNvPr id="18" name="object 3">
              <a:extLst>
                <a:ext uri="{FF2B5EF4-FFF2-40B4-BE49-F238E27FC236}">
                  <a16:creationId xmlns:a16="http://schemas.microsoft.com/office/drawing/2014/main" id="{0259BD66-56B5-4CC9-D514-8F018BA9AE5A}"/>
                </a:ext>
              </a:extLst>
            </p:cNvPr>
            <p:cNvPicPr/>
            <p:nvPr/>
          </p:nvPicPr>
          <p:blipFill>
            <a:blip r:embed="rId2" cstate="print"/>
            <a:stretch>
              <a:fillRect/>
            </a:stretch>
          </p:blipFill>
          <p:spPr>
            <a:xfrm>
              <a:off x="813371" y="945388"/>
              <a:ext cx="5028628" cy="4495228"/>
            </a:xfrm>
            <a:prstGeom prst="rect">
              <a:avLst/>
            </a:prstGeom>
          </p:spPr>
        </p:pic>
        <p:sp>
          <p:nvSpPr>
            <p:cNvPr id="19" name="object 4">
              <a:extLst>
                <a:ext uri="{FF2B5EF4-FFF2-40B4-BE49-F238E27FC236}">
                  <a16:creationId xmlns:a16="http://schemas.microsoft.com/office/drawing/2014/main" id="{A3051A56-5BB1-C6F8-C2AB-B1756252F778}"/>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pic>
        <p:nvPicPr>
          <p:cNvPr id="20" name="object 3">
            <a:extLst>
              <a:ext uri="{FF2B5EF4-FFF2-40B4-BE49-F238E27FC236}">
                <a16:creationId xmlns:a16="http://schemas.microsoft.com/office/drawing/2014/main" id="{EE16D7E9-2628-E81E-9566-592EB3D97B65}"/>
              </a:ext>
            </a:extLst>
          </p:cNvPr>
          <p:cNvPicPr/>
          <p:nvPr userDrawn="1"/>
        </p:nvPicPr>
        <p:blipFill>
          <a:blip r:embed="rId3" cstate="print"/>
          <a:stretch>
            <a:fillRect/>
          </a:stretch>
        </p:blipFill>
        <p:spPr>
          <a:xfrm>
            <a:off x="0" y="945387"/>
            <a:ext cx="5842000" cy="4495228"/>
          </a:xfrm>
          <a:prstGeom prst="rect">
            <a:avLst/>
          </a:prstGeom>
        </p:spPr>
      </p:pic>
      <p:sp>
        <p:nvSpPr>
          <p:cNvPr id="21" name="object 4">
            <a:extLst>
              <a:ext uri="{FF2B5EF4-FFF2-40B4-BE49-F238E27FC236}">
                <a16:creationId xmlns:a16="http://schemas.microsoft.com/office/drawing/2014/main" id="{02AA2952-4B2B-F3B0-887F-8A8C6B028E06}"/>
              </a:ext>
            </a:extLst>
          </p:cNvPr>
          <p:cNvSpPr/>
          <p:nvPr userDrawn="1"/>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pic>
        <p:nvPicPr>
          <p:cNvPr id="22" name="LOGO" descr="テキスト&#10;&#10;自動的に生成された説明">
            <a:extLst>
              <a:ext uri="{FF2B5EF4-FFF2-40B4-BE49-F238E27FC236}">
                <a16:creationId xmlns:a16="http://schemas.microsoft.com/office/drawing/2014/main" id="{F21A8165-3A90-7FDE-F325-828DB064B56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939113" y="4501149"/>
            <a:ext cx="777105" cy="509781"/>
          </a:xfrm>
          <a:prstGeom prst="rect">
            <a:avLst/>
          </a:prstGeom>
        </p:spPr>
      </p:pic>
      <p:sp>
        <p:nvSpPr>
          <p:cNvPr id="23" name="object 13">
            <a:extLst>
              <a:ext uri="{FF2B5EF4-FFF2-40B4-BE49-F238E27FC236}">
                <a16:creationId xmlns:a16="http://schemas.microsoft.com/office/drawing/2014/main" id="{7BD56BA2-C506-C476-3306-213CCD565A8A}"/>
              </a:ext>
            </a:extLst>
          </p:cNvPr>
          <p:cNvSpPr/>
          <p:nvPr userDrawn="1"/>
        </p:nvSpPr>
        <p:spPr>
          <a:xfrm>
            <a:off x="1684564" y="3346743"/>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sp>
        <p:nvSpPr>
          <p:cNvPr id="24" name="object 12">
            <a:extLst>
              <a:ext uri="{FF2B5EF4-FFF2-40B4-BE49-F238E27FC236}">
                <a16:creationId xmlns:a16="http://schemas.microsoft.com/office/drawing/2014/main" id="{99AA4CF1-0CFB-27B4-1522-BB6F54326AD9}"/>
              </a:ext>
            </a:extLst>
          </p:cNvPr>
          <p:cNvSpPr/>
          <p:nvPr userDrawn="1"/>
        </p:nvSpPr>
        <p:spPr>
          <a:xfrm>
            <a:off x="1684564" y="1742505"/>
            <a:ext cx="3286760" cy="0"/>
          </a:xfrm>
          <a:custGeom>
            <a:avLst/>
            <a:gdLst/>
            <a:ahLst/>
            <a:cxnLst/>
            <a:rect l="l" t="t" r="r" b="b"/>
            <a:pathLst>
              <a:path w="3286760">
                <a:moveTo>
                  <a:pt x="0" y="0"/>
                </a:moveTo>
                <a:lnTo>
                  <a:pt x="3286239" y="0"/>
                </a:lnTo>
              </a:path>
            </a:pathLst>
          </a:custGeom>
          <a:ln w="4229">
            <a:solidFill>
              <a:srgbClr val="FFFFFF"/>
            </a:solidFill>
          </a:ln>
        </p:spPr>
        <p:txBody>
          <a:bodyPr wrap="square" lIns="0" tIns="0" rIns="0" bIns="0" rtlCol="0"/>
          <a:lstStyle/>
          <a:p>
            <a:endParaRPr/>
          </a:p>
        </p:txBody>
      </p:sp>
      <p:pic>
        <p:nvPicPr>
          <p:cNvPr id="25" name="図 24">
            <a:extLst>
              <a:ext uri="{FF2B5EF4-FFF2-40B4-BE49-F238E27FC236}">
                <a16:creationId xmlns:a16="http://schemas.microsoft.com/office/drawing/2014/main" id="{4566B3AA-0187-8E3D-25D9-EEE6558E3D66}"/>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26" name="テキスト ボックス 25">
            <a:extLst>
              <a:ext uri="{FF2B5EF4-FFF2-40B4-BE49-F238E27FC236}">
                <a16:creationId xmlns:a16="http://schemas.microsoft.com/office/drawing/2014/main" id="{7B5F8EA0-2AD5-8CA0-9096-B91E326072DC}"/>
              </a:ext>
            </a:extLst>
          </p:cNvPr>
          <p:cNvSpPr txBox="1"/>
          <p:nvPr userDrawn="1"/>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spTree>
    <p:extLst>
      <p:ext uri="{BB962C8B-B14F-4D97-AF65-F5344CB8AC3E}">
        <p14:creationId xmlns:p14="http://schemas.microsoft.com/office/powerpoint/2010/main" val="389829139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目次_A">
    <p:spTree>
      <p:nvGrpSpPr>
        <p:cNvPr id="1" name=""/>
        <p:cNvGrpSpPr/>
        <p:nvPr/>
      </p:nvGrpSpPr>
      <p:grpSpPr>
        <a:xfrm>
          <a:off x="0" y="0"/>
          <a:ext cx="0" cy="0"/>
          <a:chOff x="0" y="0"/>
          <a:chExt cx="0" cy="0"/>
        </a:xfrm>
      </p:grpSpPr>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4920018" y="945389"/>
            <a:ext cx="6293324" cy="4495800"/>
          </a:xfrm>
        </p:spPr>
        <p:txBody>
          <a:bodyPr>
            <a:noAutofit/>
          </a:bodyPr>
          <a:lstStyle>
            <a:lvl1pPr marL="3573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1pPr>
            <a:lvl2pPr marL="8001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2pPr>
            <a:lvl3pPr marL="12573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3pPr>
            <a:lvl4pPr marL="17145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4pPr>
            <a:lvl5pPr marL="2171700" indent="-342900">
              <a:spcAft>
                <a:spcPts val="1000"/>
              </a:spcAft>
              <a:buFont typeface="+mj-lt"/>
              <a:buAutoNum type="arabicPeriod"/>
              <a:defRPr sz="1600" b="0" i="0">
                <a:solidFill>
                  <a:schemeClr val="tx1"/>
                </a:solidFill>
                <a:latin typeface="Segoe UI" panose="020B0502040204020203" pitchFamily="34" charset="0"/>
                <a:ea typeface="Meiryo UI" panose="020B060403050404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タイトル">
            <a:extLst>
              <a:ext uri="{FF2B5EF4-FFF2-40B4-BE49-F238E27FC236}">
                <a16:creationId xmlns:a16="http://schemas.microsoft.com/office/drawing/2014/main" id="{09A89F03-5E81-1E7A-45AC-470E217FDEAF}"/>
              </a:ext>
            </a:extLst>
          </p:cNvPr>
          <p:cNvSpPr>
            <a:spLocks noGrp="1"/>
          </p:cNvSpPr>
          <p:nvPr>
            <p:ph type="title"/>
          </p:nvPr>
        </p:nvSpPr>
        <p:spPr>
          <a:xfrm>
            <a:off x="1208101" y="945388"/>
            <a:ext cx="2994506" cy="4495800"/>
          </a:xfrm>
        </p:spPr>
        <p:txBody>
          <a:bodyPr anchor="ctr" anchorCtr="1">
            <a:noAutofit/>
          </a:bodyPr>
          <a:lstStyle>
            <a:lvl1pPr algn="ctr">
              <a:defRPr sz="2400" b="1" i="0" spc="0" baseline="0">
                <a:solidFill>
                  <a:schemeClr val="tx2"/>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object 2">
            <a:extLst>
              <a:ext uri="{FF2B5EF4-FFF2-40B4-BE49-F238E27FC236}">
                <a16:creationId xmlns:a16="http://schemas.microsoft.com/office/drawing/2014/main" id="{33DFCD49-E1FC-DD83-7AA3-3161AF9C0D55}"/>
              </a:ext>
            </a:extLst>
          </p:cNvPr>
          <p:cNvSpPr/>
          <p:nvPr/>
        </p:nvSpPr>
        <p:spPr>
          <a:xfrm>
            <a:off x="4571504" y="945388"/>
            <a:ext cx="25400" cy="4495800"/>
          </a:xfrm>
          <a:custGeom>
            <a:avLst/>
            <a:gdLst/>
            <a:ahLst/>
            <a:cxnLst/>
            <a:rect l="l" t="t" r="r" b="b"/>
            <a:pathLst>
              <a:path w="25400" h="4495800">
                <a:moveTo>
                  <a:pt x="25400" y="0"/>
                </a:moveTo>
                <a:lnTo>
                  <a:pt x="0" y="0"/>
                </a:lnTo>
                <a:lnTo>
                  <a:pt x="0" y="4495228"/>
                </a:lnTo>
                <a:lnTo>
                  <a:pt x="25400" y="4495228"/>
                </a:lnTo>
                <a:lnTo>
                  <a:pt x="25400" y="0"/>
                </a:lnTo>
                <a:close/>
              </a:path>
            </a:pathLst>
          </a:custGeom>
          <a:solidFill>
            <a:srgbClr val="0081CC"/>
          </a:solidFill>
        </p:spPr>
        <p:txBody>
          <a:bodyPr wrap="square" lIns="0" tIns="0" rIns="0" bIns="0" rtlCol="0"/>
          <a:lstStyle/>
          <a:p>
            <a:endParaRPr/>
          </a:p>
        </p:txBody>
      </p:sp>
      <p:pic>
        <p:nvPicPr>
          <p:cNvPr id="3" name="object 3">
            <a:extLst>
              <a:ext uri="{FF2B5EF4-FFF2-40B4-BE49-F238E27FC236}">
                <a16:creationId xmlns:a16="http://schemas.microsoft.com/office/drawing/2014/main" id="{B063A95D-A297-62F4-3F0D-416554F7E5AC}"/>
              </a:ext>
            </a:extLst>
          </p:cNvPr>
          <p:cNvPicPr/>
          <p:nvPr/>
        </p:nvPicPr>
        <p:blipFill>
          <a:blip r:embed="rId2" cstate="print"/>
          <a:stretch>
            <a:fillRect/>
          </a:stretch>
        </p:blipFill>
        <p:spPr>
          <a:xfrm>
            <a:off x="0" y="945387"/>
            <a:ext cx="813371" cy="4495228"/>
          </a:xfrm>
          <a:prstGeom prst="rect">
            <a:avLst/>
          </a:prstGeom>
        </p:spPr>
      </p:pic>
      <p:sp>
        <p:nvSpPr>
          <p:cNvPr id="4" name="object 2">
            <a:extLst>
              <a:ext uri="{FF2B5EF4-FFF2-40B4-BE49-F238E27FC236}">
                <a16:creationId xmlns:a16="http://schemas.microsoft.com/office/drawing/2014/main" id="{5E99A19F-0566-0DFA-34AA-FE0DD15C36FB}"/>
              </a:ext>
            </a:extLst>
          </p:cNvPr>
          <p:cNvSpPr/>
          <p:nvPr userDrawn="1"/>
        </p:nvSpPr>
        <p:spPr>
          <a:xfrm>
            <a:off x="4571504" y="945388"/>
            <a:ext cx="25400" cy="4495800"/>
          </a:xfrm>
          <a:custGeom>
            <a:avLst/>
            <a:gdLst/>
            <a:ahLst/>
            <a:cxnLst/>
            <a:rect l="l" t="t" r="r" b="b"/>
            <a:pathLst>
              <a:path w="25400" h="4495800">
                <a:moveTo>
                  <a:pt x="25400" y="0"/>
                </a:moveTo>
                <a:lnTo>
                  <a:pt x="0" y="0"/>
                </a:lnTo>
                <a:lnTo>
                  <a:pt x="0" y="4495228"/>
                </a:lnTo>
                <a:lnTo>
                  <a:pt x="25400" y="4495228"/>
                </a:lnTo>
                <a:lnTo>
                  <a:pt x="25400" y="0"/>
                </a:lnTo>
                <a:close/>
              </a:path>
            </a:pathLst>
          </a:custGeom>
          <a:solidFill>
            <a:srgbClr val="0081CC"/>
          </a:solidFill>
        </p:spPr>
        <p:txBody>
          <a:bodyPr wrap="square" lIns="0" tIns="0" rIns="0" bIns="0" rtlCol="0"/>
          <a:lstStyle/>
          <a:p>
            <a:endParaRPr/>
          </a:p>
        </p:txBody>
      </p:sp>
      <p:pic>
        <p:nvPicPr>
          <p:cNvPr id="5" name="object 3">
            <a:extLst>
              <a:ext uri="{FF2B5EF4-FFF2-40B4-BE49-F238E27FC236}">
                <a16:creationId xmlns:a16="http://schemas.microsoft.com/office/drawing/2014/main" id="{4BBD725C-A069-30AB-9452-218DBFF52087}"/>
              </a:ext>
            </a:extLst>
          </p:cNvPr>
          <p:cNvPicPr/>
          <p:nvPr userDrawn="1"/>
        </p:nvPicPr>
        <p:blipFill>
          <a:blip r:embed="rId2" cstate="print"/>
          <a:stretch>
            <a:fillRect/>
          </a:stretch>
        </p:blipFill>
        <p:spPr>
          <a:xfrm>
            <a:off x="0" y="945387"/>
            <a:ext cx="813371" cy="4495228"/>
          </a:xfrm>
          <a:prstGeom prst="rect">
            <a:avLst/>
          </a:prstGeom>
        </p:spPr>
      </p:pic>
    </p:spTree>
    <p:extLst>
      <p:ext uri="{BB962C8B-B14F-4D97-AF65-F5344CB8AC3E}">
        <p14:creationId xmlns:p14="http://schemas.microsoft.com/office/powerpoint/2010/main" val="102017059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目次_B">
    <p:spTree>
      <p:nvGrpSpPr>
        <p:cNvPr id="1" name=""/>
        <p:cNvGrpSpPr/>
        <p:nvPr/>
      </p:nvGrpSpPr>
      <p:grpSpPr>
        <a:xfrm>
          <a:off x="0" y="0"/>
          <a:ext cx="0" cy="0"/>
          <a:chOff x="0" y="0"/>
          <a:chExt cx="0" cy="0"/>
        </a:xfrm>
      </p:grpSpPr>
      <p:grpSp>
        <p:nvGrpSpPr>
          <p:cNvPr id="3" name="object 2">
            <a:extLst>
              <a:ext uri="{FF2B5EF4-FFF2-40B4-BE49-F238E27FC236}">
                <a16:creationId xmlns:a16="http://schemas.microsoft.com/office/drawing/2014/main" id="{930D0121-30C1-6AA2-37A5-33F546D8DA9B}"/>
              </a:ext>
            </a:extLst>
          </p:cNvPr>
          <p:cNvGrpSpPr/>
          <p:nvPr/>
        </p:nvGrpSpPr>
        <p:grpSpPr>
          <a:xfrm>
            <a:off x="0" y="945387"/>
            <a:ext cx="4597400" cy="4495800"/>
            <a:chOff x="0" y="945387"/>
            <a:chExt cx="4597400" cy="4495800"/>
          </a:xfrm>
        </p:grpSpPr>
        <p:pic>
          <p:nvPicPr>
            <p:cNvPr id="4" name="object 3">
              <a:extLst>
                <a:ext uri="{FF2B5EF4-FFF2-40B4-BE49-F238E27FC236}">
                  <a16:creationId xmlns:a16="http://schemas.microsoft.com/office/drawing/2014/main" id="{4D5AC5A5-CDAC-4467-217B-E0D9749EBD6F}"/>
                </a:ext>
              </a:extLst>
            </p:cNvPr>
            <p:cNvPicPr/>
            <p:nvPr/>
          </p:nvPicPr>
          <p:blipFill>
            <a:blip r:embed="rId2" cstate="print"/>
            <a:stretch>
              <a:fillRect/>
            </a:stretch>
          </p:blipFill>
          <p:spPr>
            <a:xfrm>
              <a:off x="813371" y="945387"/>
              <a:ext cx="3783533" cy="4495228"/>
            </a:xfrm>
            <a:prstGeom prst="rect">
              <a:avLst/>
            </a:prstGeom>
          </p:spPr>
        </p:pic>
        <p:sp>
          <p:nvSpPr>
            <p:cNvPr id="5" name="object 4">
              <a:extLst>
                <a:ext uri="{FF2B5EF4-FFF2-40B4-BE49-F238E27FC236}">
                  <a16:creationId xmlns:a16="http://schemas.microsoft.com/office/drawing/2014/main" id="{D5E15685-ACF9-62A7-FC8B-96457352763B}"/>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4920018" y="945389"/>
            <a:ext cx="6293324" cy="4495800"/>
          </a:xfrm>
        </p:spPr>
        <p:txBody>
          <a:bodyPr>
            <a:noAutofit/>
          </a:bodyPr>
          <a:lstStyle>
            <a:lvl1pPr marL="3573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1pPr>
            <a:lvl2pPr marL="8001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2pPr>
            <a:lvl3pPr marL="12573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3pPr>
            <a:lvl4pPr marL="17145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4pPr>
            <a:lvl5pPr marL="2171700" indent="-342900">
              <a:spcAft>
                <a:spcPts val="1000"/>
              </a:spcAft>
              <a:buFont typeface="+mj-lt"/>
              <a:buAutoNum type="arabicPeriod"/>
              <a:defRPr sz="1600" b="0" i="0" baseline="0">
                <a:solidFill>
                  <a:schemeClr val="tx1"/>
                </a:solidFill>
                <a:latin typeface="Segoe UI" panose="020B0502040204020203" pitchFamily="34" charset="0"/>
                <a:ea typeface="Meiryo UI" panose="020B0604030504040204"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13" name="タイトル">
            <a:extLst>
              <a:ext uri="{FF2B5EF4-FFF2-40B4-BE49-F238E27FC236}">
                <a16:creationId xmlns:a16="http://schemas.microsoft.com/office/drawing/2014/main" id="{09A89F03-5E81-1E7A-45AC-470E217FDEAF}"/>
              </a:ext>
            </a:extLst>
          </p:cNvPr>
          <p:cNvSpPr>
            <a:spLocks noGrp="1"/>
          </p:cNvSpPr>
          <p:nvPr>
            <p:ph type="title"/>
          </p:nvPr>
        </p:nvSpPr>
        <p:spPr>
          <a:xfrm>
            <a:off x="1208101" y="945388"/>
            <a:ext cx="2994506" cy="4495800"/>
          </a:xfrm>
        </p:spPr>
        <p:txBody>
          <a:bodyPr anchor="ctr" anchorCtr="1">
            <a:noAutofit/>
          </a:bodyPr>
          <a:lstStyle>
            <a:lvl1pPr algn="ctr">
              <a:defRPr sz="2400" b="1" i="0" spc="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grpSp>
        <p:nvGrpSpPr>
          <p:cNvPr id="2" name="object 2">
            <a:extLst>
              <a:ext uri="{FF2B5EF4-FFF2-40B4-BE49-F238E27FC236}">
                <a16:creationId xmlns:a16="http://schemas.microsoft.com/office/drawing/2014/main" id="{1E07D3B6-55AC-E438-B9DE-2F062AD01FF6}"/>
              </a:ext>
            </a:extLst>
          </p:cNvPr>
          <p:cNvGrpSpPr/>
          <p:nvPr userDrawn="1"/>
        </p:nvGrpSpPr>
        <p:grpSpPr>
          <a:xfrm>
            <a:off x="0" y="945387"/>
            <a:ext cx="4597400" cy="4495800"/>
            <a:chOff x="0" y="945387"/>
            <a:chExt cx="4597400" cy="4495800"/>
          </a:xfrm>
        </p:grpSpPr>
        <p:pic>
          <p:nvPicPr>
            <p:cNvPr id="6" name="object 3">
              <a:extLst>
                <a:ext uri="{FF2B5EF4-FFF2-40B4-BE49-F238E27FC236}">
                  <a16:creationId xmlns:a16="http://schemas.microsoft.com/office/drawing/2014/main" id="{D62789D1-E8EC-FF1F-6756-6DF3C5B05BB5}"/>
                </a:ext>
              </a:extLst>
            </p:cNvPr>
            <p:cNvPicPr/>
            <p:nvPr/>
          </p:nvPicPr>
          <p:blipFill>
            <a:blip r:embed="rId2" cstate="print"/>
            <a:stretch>
              <a:fillRect/>
            </a:stretch>
          </p:blipFill>
          <p:spPr>
            <a:xfrm>
              <a:off x="813371" y="945387"/>
              <a:ext cx="3783533" cy="4495228"/>
            </a:xfrm>
            <a:prstGeom prst="rect">
              <a:avLst/>
            </a:prstGeom>
          </p:spPr>
        </p:pic>
        <p:sp>
          <p:nvSpPr>
            <p:cNvPr id="7" name="object 4">
              <a:extLst>
                <a:ext uri="{FF2B5EF4-FFF2-40B4-BE49-F238E27FC236}">
                  <a16:creationId xmlns:a16="http://schemas.microsoft.com/office/drawing/2014/main" id="{95C60415-EB29-F604-E807-326AC66FE36F}"/>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Tree>
    <p:extLst>
      <p:ext uri="{BB962C8B-B14F-4D97-AF65-F5344CB8AC3E}">
        <p14:creationId xmlns:p14="http://schemas.microsoft.com/office/powerpoint/2010/main" val="13985726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中表紙_A">
    <p:spTree>
      <p:nvGrpSpPr>
        <p:cNvPr id="1" name=""/>
        <p:cNvGrpSpPr/>
        <p:nvPr/>
      </p:nvGrpSpPr>
      <p:grpSpPr>
        <a:xfrm>
          <a:off x="0" y="0"/>
          <a:ext cx="0" cy="0"/>
          <a:chOff x="0" y="0"/>
          <a:chExt cx="0" cy="0"/>
        </a:xfrm>
      </p:grpSpPr>
      <p:sp>
        <p:nvSpPr>
          <p:cNvPr id="3" name="タイトル">
            <a:extLst>
              <a:ext uri="{FF2B5EF4-FFF2-40B4-BE49-F238E27FC236}">
                <a16:creationId xmlns:a16="http://schemas.microsoft.com/office/drawing/2014/main" id="{C7975F62-56BC-5323-200D-B3DA4BB315BF}"/>
              </a:ext>
            </a:extLst>
          </p:cNvPr>
          <p:cNvSpPr>
            <a:spLocks noGrp="1"/>
          </p:cNvSpPr>
          <p:nvPr>
            <p:ph type="title"/>
          </p:nvPr>
        </p:nvSpPr>
        <p:spPr>
          <a:xfrm>
            <a:off x="1194372" y="970788"/>
            <a:ext cx="4648199" cy="4444428"/>
          </a:xfrm>
        </p:spPr>
        <p:txBody>
          <a:bodyPr anchor="ctr" anchorCtr="0">
            <a:noAutofit/>
          </a:bodyPr>
          <a:lstStyle>
            <a:lvl1pPr algn="l">
              <a:defRPr sz="2400" b="1" i="0" spc="0" baseline="0">
                <a:solidFill>
                  <a:schemeClr val="tx2"/>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pic>
        <p:nvPicPr>
          <p:cNvPr id="2" name="object 2">
            <a:extLst>
              <a:ext uri="{FF2B5EF4-FFF2-40B4-BE49-F238E27FC236}">
                <a16:creationId xmlns:a16="http://schemas.microsoft.com/office/drawing/2014/main" id="{17AE3CFA-653A-1522-6DBF-1A5AFE2544BA}"/>
              </a:ext>
            </a:extLst>
          </p:cNvPr>
          <p:cNvPicPr/>
          <p:nvPr/>
        </p:nvPicPr>
        <p:blipFill>
          <a:blip r:embed="rId2" cstate="print"/>
          <a:stretch>
            <a:fillRect/>
          </a:stretch>
        </p:blipFill>
        <p:spPr>
          <a:xfrm>
            <a:off x="0" y="945387"/>
            <a:ext cx="813371" cy="4495228"/>
          </a:xfrm>
          <a:prstGeom prst="rect">
            <a:avLst/>
          </a:prstGeom>
        </p:spPr>
      </p:pic>
      <p:sp>
        <p:nvSpPr>
          <p:cNvPr id="4" name="object 3">
            <a:extLst>
              <a:ext uri="{FF2B5EF4-FFF2-40B4-BE49-F238E27FC236}">
                <a16:creationId xmlns:a16="http://schemas.microsoft.com/office/drawing/2014/main" id="{E4620FE6-B275-64BD-DC0C-F0BB9980B0C0}"/>
              </a:ext>
            </a:extLst>
          </p:cNvPr>
          <p:cNvSpPr/>
          <p:nvPr/>
        </p:nvSpPr>
        <p:spPr>
          <a:xfrm>
            <a:off x="1194371" y="945388"/>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
        <p:nvSpPr>
          <p:cNvPr id="5" name="object 4">
            <a:extLst>
              <a:ext uri="{FF2B5EF4-FFF2-40B4-BE49-F238E27FC236}">
                <a16:creationId xmlns:a16="http://schemas.microsoft.com/office/drawing/2014/main" id="{3B47303A-EB95-4FD9-0B03-4C15806D16EF}"/>
              </a:ext>
            </a:extLst>
          </p:cNvPr>
          <p:cNvSpPr/>
          <p:nvPr/>
        </p:nvSpPr>
        <p:spPr>
          <a:xfrm>
            <a:off x="1194371" y="5415216"/>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pic>
        <p:nvPicPr>
          <p:cNvPr id="6" name="object 2">
            <a:extLst>
              <a:ext uri="{FF2B5EF4-FFF2-40B4-BE49-F238E27FC236}">
                <a16:creationId xmlns:a16="http://schemas.microsoft.com/office/drawing/2014/main" id="{3BFEECFF-C850-6C0D-5CA0-551C389FC3F7}"/>
              </a:ext>
            </a:extLst>
          </p:cNvPr>
          <p:cNvPicPr/>
          <p:nvPr userDrawn="1"/>
        </p:nvPicPr>
        <p:blipFill>
          <a:blip r:embed="rId2" cstate="print"/>
          <a:stretch>
            <a:fillRect/>
          </a:stretch>
        </p:blipFill>
        <p:spPr>
          <a:xfrm>
            <a:off x="0" y="945387"/>
            <a:ext cx="813371" cy="4495228"/>
          </a:xfrm>
          <a:prstGeom prst="rect">
            <a:avLst/>
          </a:prstGeom>
        </p:spPr>
      </p:pic>
      <p:sp>
        <p:nvSpPr>
          <p:cNvPr id="7" name="object 3">
            <a:extLst>
              <a:ext uri="{FF2B5EF4-FFF2-40B4-BE49-F238E27FC236}">
                <a16:creationId xmlns:a16="http://schemas.microsoft.com/office/drawing/2014/main" id="{CDFE2882-0653-C863-C123-49CEDF1D76BD}"/>
              </a:ext>
            </a:extLst>
          </p:cNvPr>
          <p:cNvSpPr/>
          <p:nvPr userDrawn="1"/>
        </p:nvSpPr>
        <p:spPr>
          <a:xfrm>
            <a:off x="1194371" y="945388"/>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
        <p:nvSpPr>
          <p:cNvPr id="8" name="object 4">
            <a:extLst>
              <a:ext uri="{FF2B5EF4-FFF2-40B4-BE49-F238E27FC236}">
                <a16:creationId xmlns:a16="http://schemas.microsoft.com/office/drawing/2014/main" id="{369333FA-EF7E-20AA-BE9C-2CC5A9498106}"/>
              </a:ext>
            </a:extLst>
          </p:cNvPr>
          <p:cNvSpPr/>
          <p:nvPr userDrawn="1"/>
        </p:nvSpPr>
        <p:spPr>
          <a:xfrm>
            <a:off x="1194371" y="5415216"/>
            <a:ext cx="4648200" cy="25400"/>
          </a:xfrm>
          <a:custGeom>
            <a:avLst/>
            <a:gdLst/>
            <a:ahLst/>
            <a:cxnLst/>
            <a:rect l="l" t="t" r="r" b="b"/>
            <a:pathLst>
              <a:path w="4648200" h="25400">
                <a:moveTo>
                  <a:pt x="4647628" y="0"/>
                </a:moveTo>
                <a:lnTo>
                  <a:pt x="0" y="0"/>
                </a:lnTo>
                <a:lnTo>
                  <a:pt x="0" y="25400"/>
                </a:lnTo>
                <a:lnTo>
                  <a:pt x="4647628" y="25400"/>
                </a:lnTo>
                <a:lnTo>
                  <a:pt x="4647628" y="0"/>
                </a:lnTo>
                <a:close/>
              </a:path>
            </a:pathLst>
          </a:custGeom>
          <a:solidFill>
            <a:srgbClr val="0081CC"/>
          </a:solidFill>
        </p:spPr>
        <p:txBody>
          <a:bodyPr wrap="square" lIns="0" tIns="0" rIns="0" bIns="0" rtlCol="0"/>
          <a:lstStyle/>
          <a:p>
            <a:endParaRPr/>
          </a:p>
        </p:txBody>
      </p:sp>
    </p:spTree>
    <p:extLst>
      <p:ext uri="{BB962C8B-B14F-4D97-AF65-F5344CB8AC3E}">
        <p14:creationId xmlns:p14="http://schemas.microsoft.com/office/powerpoint/2010/main" val="180801562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中表紙_B">
    <p:spTree>
      <p:nvGrpSpPr>
        <p:cNvPr id="1" name=""/>
        <p:cNvGrpSpPr/>
        <p:nvPr/>
      </p:nvGrpSpPr>
      <p:grpSpPr>
        <a:xfrm>
          <a:off x="0" y="0"/>
          <a:ext cx="0" cy="0"/>
          <a:chOff x="0" y="0"/>
          <a:chExt cx="0" cy="0"/>
        </a:xfrm>
      </p:grpSpPr>
      <p:grpSp>
        <p:nvGrpSpPr>
          <p:cNvPr id="2" name="object 2">
            <a:extLst>
              <a:ext uri="{FF2B5EF4-FFF2-40B4-BE49-F238E27FC236}">
                <a16:creationId xmlns:a16="http://schemas.microsoft.com/office/drawing/2014/main" id="{79539DD8-E216-35BF-84FE-EC92636F953D}"/>
              </a:ext>
            </a:extLst>
          </p:cNvPr>
          <p:cNvGrpSpPr/>
          <p:nvPr/>
        </p:nvGrpSpPr>
        <p:grpSpPr>
          <a:xfrm>
            <a:off x="0" y="945388"/>
            <a:ext cx="5842000" cy="4495800"/>
            <a:chOff x="0" y="945388"/>
            <a:chExt cx="5842000" cy="4495800"/>
          </a:xfrm>
        </p:grpSpPr>
        <p:pic>
          <p:nvPicPr>
            <p:cNvPr id="4" name="object 3">
              <a:extLst>
                <a:ext uri="{FF2B5EF4-FFF2-40B4-BE49-F238E27FC236}">
                  <a16:creationId xmlns:a16="http://schemas.microsoft.com/office/drawing/2014/main" id="{0B57F955-76D1-A3CF-285B-113AEE3EC193}"/>
                </a:ext>
              </a:extLst>
            </p:cNvPr>
            <p:cNvPicPr/>
            <p:nvPr/>
          </p:nvPicPr>
          <p:blipFill>
            <a:blip r:embed="rId2" cstate="print"/>
            <a:stretch>
              <a:fillRect/>
            </a:stretch>
          </p:blipFill>
          <p:spPr>
            <a:xfrm>
              <a:off x="813371" y="945388"/>
              <a:ext cx="5028628" cy="4495228"/>
            </a:xfrm>
            <a:prstGeom prst="rect">
              <a:avLst/>
            </a:prstGeom>
          </p:spPr>
        </p:pic>
        <p:sp>
          <p:nvSpPr>
            <p:cNvPr id="5" name="object 4">
              <a:extLst>
                <a:ext uri="{FF2B5EF4-FFF2-40B4-BE49-F238E27FC236}">
                  <a16:creationId xmlns:a16="http://schemas.microsoft.com/office/drawing/2014/main" id="{91E80E5D-13D9-32C7-73EC-5589ECFD8066}"/>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
        <p:nvSpPr>
          <p:cNvPr id="3" name="タイトル">
            <a:extLst>
              <a:ext uri="{FF2B5EF4-FFF2-40B4-BE49-F238E27FC236}">
                <a16:creationId xmlns:a16="http://schemas.microsoft.com/office/drawing/2014/main" id="{C7975F62-56BC-5323-200D-B3DA4BB315BF}"/>
              </a:ext>
            </a:extLst>
          </p:cNvPr>
          <p:cNvSpPr>
            <a:spLocks noGrp="1"/>
          </p:cNvSpPr>
          <p:nvPr>
            <p:ph type="title"/>
          </p:nvPr>
        </p:nvSpPr>
        <p:spPr>
          <a:xfrm>
            <a:off x="1194373" y="970788"/>
            <a:ext cx="4266912" cy="4444428"/>
          </a:xfrm>
        </p:spPr>
        <p:txBody>
          <a:bodyPr anchor="ctr" anchorCtr="0">
            <a:noAutofit/>
          </a:bodyPr>
          <a:lstStyle>
            <a:lvl1pPr algn="l">
              <a:defRPr sz="2400" b="1" i="0" spc="0" baseline="0">
                <a:solidFill>
                  <a:schemeClr val="bg1"/>
                </a:solidFill>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grpSp>
        <p:nvGrpSpPr>
          <p:cNvPr id="6" name="object 2">
            <a:extLst>
              <a:ext uri="{FF2B5EF4-FFF2-40B4-BE49-F238E27FC236}">
                <a16:creationId xmlns:a16="http://schemas.microsoft.com/office/drawing/2014/main" id="{1C553AF2-5F87-04BA-6503-BFFD837F3F48}"/>
              </a:ext>
            </a:extLst>
          </p:cNvPr>
          <p:cNvGrpSpPr/>
          <p:nvPr userDrawn="1"/>
        </p:nvGrpSpPr>
        <p:grpSpPr>
          <a:xfrm>
            <a:off x="0" y="945388"/>
            <a:ext cx="5842000" cy="4495800"/>
            <a:chOff x="0" y="945388"/>
            <a:chExt cx="5842000" cy="4495800"/>
          </a:xfrm>
        </p:grpSpPr>
        <p:pic>
          <p:nvPicPr>
            <p:cNvPr id="7" name="object 3">
              <a:extLst>
                <a:ext uri="{FF2B5EF4-FFF2-40B4-BE49-F238E27FC236}">
                  <a16:creationId xmlns:a16="http://schemas.microsoft.com/office/drawing/2014/main" id="{C7704DF8-A6D1-FCD8-FF49-79BEB2C94E42}"/>
                </a:ext>
              </a:extLst>
            </p:cNvPr>
            <p:cNvPicPr/>
            <p:nvPr/>
          </p:nvPicPr>
          <p:blipFill>
            <a:blip r:embed="rId2" cstate="print"/>
            <a:stretch>
              <a:fillRect/>
            </a:stretch>
          </p:blipFill>
          <p:spPr>
            <a:xfrm>
              <a:off x="813371" y="945388"/>
              <a:ext cx="5028628" cy="4495228"/>
            </a:xfrm>
            <a:prstGeom prst="rect">
              <a:avLst/>
            </a:prstGeom>
          </p:spPr>
        </p:pic>
        <p:sp>
          <p:nvSpPr>
            <p:cNvPr id="8" name="object 4">
              <a:extLst>
                <a:ext uri="{FF2B5EF4-FFF2-40B4-BE49-F238E27FC236}">
                  <a16:creationId xmlns:a16="http://schemas.microsoft.com/office/drawing/2014/main" id="{4CC65CE5-198F-C812-8651-52D2D3EABD5D}"/>
                </a:ext>
              </a:extLst>
            </p:cNvPr>
            <p:cNvSpPr/>
            <p:nvPr/>
          </p:nvSpPr>
          <p:spPr>
            <a:xfrm>
              <a:off x="0" y="945388"/>
              <a:ext cx="813435" cy="4495800"/>
            </a:xfrm>
            <a:custGeom>
              <a:avLst/>
              <a:gdLst/>
              <a:ahLst/>
              <a:cxnLst/>
              <a:rect l="l" t="t" r="r" b="b"/>
              <a:pathLst>
                <a:path w="813435" h="4495800">
                  <a:moveTo>
                    <a:pt x="813371" y="0"/>
                  </a:moveTo>
                  <a:lnTo>
                    <a:pt x="0" y="0"/>
                  </a:lnTo>
                  <a:lnTo>
                    <a:pt x="0" y="4495228"/>
                  </a:lnTo>
                  <a:lnTo>
                    <a:pt x="813371" y="4495228"/>
                  </a:lnTo>
                  <a:lnTo>
                    <a:pt x="813371" y="0"/>
                  </a:lnTo>
                  <a:close/>
                </a:path>
              </a:pathLst>
            </a:custGeom>
            <a:solidFill>
              <a:srgbClr val="005295"/>
            </a:solidFill>
          </p:spPr>
          <p:txBody>
            <a:bodyPr wrap="square" lIns="0" tIns="0" rIns="0" bIns="0" rtlCol="0"/>
            <a:lstStyle/>
            <a:p>
              <a:endParaRPr/>
            </a:p>
          </p:txBody>
        </p:sp>
      </p:grpSp>
    </p:spTree>
    <p:extLst>
      <p:ext uri="{BB962C8B-B14F-4D97-AF65-F5344CB8AC3E}">
        <p14:creationId xmlns:p14="http://schemas.microsoft.com/office/powerpoint/2010/main" val="200666357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本文_ナンバー入り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F4399D90-F9AD-0F8F-E50F-B4D1C90D120A}"/>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ナンバー">
            <a:extLst>
              <a:ext uri="{FF2B5EF4-FFF2-40B4-BE49-F238E27FC236}">
                <a16:creationId xmlns:a16="http://schemas.microsoft.com/office/drawing/2014/main" id="{6AAD2607-9E59-DF8C-2FAD-FE389B7AD086}"/>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pic>
        <p:nvPicPr>
          <p:cNvPr id="5" name="BAM_LOGO" descr="アイコン&#10;&#10;自動的に生成された説明">
            <a:extLst>
              <a:ext uri="{FF2B5EF4-FFF2-40B4-BE49-F238E27FC236}">
                <a16:creationId xmlns:a16="http://schemas.microsoft.com/office/drawing/2014/main" id="{889B3466-9022-4CEA-6D52-E95DA4D394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
        <p:nvSpPr>
          <p:cNvPr id="6" name="object 111">
            <a:extLst>
              <a:ext uri="{FF2B5EF4-FFF2-40B4-BE49-F238E27FC236}">
                <a16:creationId xmlns:a16="http://schemas.microsoft.com/office/drawing/2014/main" id="{016EC3CC-16DE-9361-292F-640A03FFD96D}"/>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pic>
        <p:nvPicPr>
          <p:cNvPr id="7" name="BAM_LOGO" descr="アイコン&#10;&#10;自動的に生成された説明">
            <a:extLst>
              <a:ext uri="{FF2B5EF4-FFF2-40B4-BE49-F238E27FC236}">
                <a16:creationId xmlns:a16="http://schemas.microsoft.com/office/drawing/2014/main" id="{7D06638F-AE60-A6FD-E6E9-7DE575567F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191192177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本文_ナンバー入り">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4" name="本文">
            <a:extLst>
              <a:ext uri="{FF2B5EF4-FFF2-40B4-BE49-F238E27FC236}">
                <a16:creationId xmlns:a16="http://schemas.microsoft.com/office/drawing/2014/main" id="{503D5E8C-36F3-01CB-E79F-A7E44E02BED0}"/>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F4399D90-F9AD-0F8F-E50F-B4D1C90D120A}"/>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2" name="ナンバー">
            <a:extLst>
              <a:ext uri="{FF2B5EF4-FFF2-40B4-BE49-F238E27FC236}">
                <a16:creationId xmlns:a16="http://schemas.microsoft.com/office/drawing/2014/main" id="{6AAD2607-9E59-DF8C-2FAD-FE389B7AD086}"/>
              </a:ext>
            </a:extLst>
          </p:cNvPr>
          <p:cNvSpPr>
            <a:spLocks noGrp="1"/>
          </p:cNvSpPr>
          <p:nvPr>
            <p:ph type="body" sz="quarter" idx="14" hasCustomPrompt="1"/>
          </p:nvPr>
        </p:nvSpPr>
        <p:spPr>
          <a:xfrm>
            <a:off x="-12300" y="120824"/>
            <a:ext cx="876299" cy="692497"/>
          </a:xfrm>
        </p:spPr>
        <p:txBody>
          <a:bodyPr/>
          <a:lstStyle>
            <a:lvl1pPr marL="14400" algn="ctr">
              <a:lnSpc>
                <a:spcPct val="100000"/>
              </a:lnSpc>
              <a:spcBef>
                <a:spcPts val="100"/>
              </a:spcBef>
              <a:spcAft>
                <a:spcPts val="0"/>
              </a:spcAft>
              <a:defRPr sz="4500" b="0" i="0">
                <a:solidFill>
                  <a:schemeClr val="accent1"/>
                </a:solidFill>
                <a:latin typeface="Segoe UI" panose="020B0502040204020203" pitchFamily="34" charset="0"/>
                <a:ea typeface="Yu Gothic Medium" panose="020B0400000000000000" pitchFamily="34" charset="-128"/>
                <a:cs typeface="Segoe UI" panose="020B0502040204020203" pitchFamily="34" charset="0"/>
              </a:defRPr>
            </a:lvl1pPr>
            <a:lvl2pPr>
              <a:spcAft>
                <a:spcPts val="500"/>
              </a:spcAft>
              <a:defRPr sz="1600" b="0" i="0">
                <a:solidFill>
                  <a:schemeClr val="tx1"/>
                </a:solidFill>
                <a:latin typeface="Yu Gothic Medium" panose="020B0400000000000000" pitchFamily="34" charset="-128"/>
                <a:ea typeface="Yu Gothic Medium" panose="020B0400000000000000" pitchFamily="34" charset="-128"/>
              </a:defRPr>
            </a:lvl2pPr>
            <a:lvl3pPr>
              <a:spcAft>
                <a:spcPts val="500"/>
              </a:spcAft>
              <a:defRPr sz="1600" b="0" i="0">
                <a:solidFill>
                  <a:schemeClr val="tx1"/>
                </a:solidFill>
                <a:latin typeface="Yu Gothic Medium" panose="020B0400000000000000" pitchFamily="34" charset="-128"/>
                <a:ea typeface="Yu Gothic Medium" panose="020B0400000000000000"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en-US" altLang="ja-JP"/>
              <a:t>1</a:t>
            </a:r>
            <a:endParaRPr kumimoji="1" lang="ja-JP" altLang="en-US"/>
          </a:p>
        </p:txBody>
      </p:sp>
      <p:sp>
        <p:nvSpPr>
          <p:cNvPr id="5" name="object 111">
            <a:extLst>
              <a:ext uri="{FF2B5EF4-FFF2-40B4-BE49-F238E27FC236}">
                <a16:creationId xmlns:a16="http://schemas.microsoft.com/office/drawing/2014/main" id="{388DE2A5-C4C9-2213-A939-49058955B49D}"/>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Tree>
    <p:extLst>
      <p:ext uri="{BB962C8B-B14F-4D97-AF65-F5344CB8AC3E}">
        <p14:creationId xmlns:p14="http://schemas.microsoft.com/office/powerpoint/2010/main" val="261724019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本文_BAM">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81AEEF02-1BFB-3EB0-19ED-C218A8A17AE8}"/>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857DE349-559E-28B3-516B-A7100EAE585C}"/>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pic>
        <p:nvPicPr>
          <p:cNvPr id="5" name="BAM_LOGO" descr="アイコン&#10;&#10;自動的に生成された説明">
            <a:extLst>
              <a:ext uri="{FF2B5EF4-FFF2-40B4-BE49-F238E27FC236}">
                <a16:creationId xmlns:a16="http://schemas.microsoft.com/office/drawing/2014/main" id="{B512E199-7640-C4BF-75F5-CB2F5BEB6C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
        <p:nvSpPr>
          <p:cNvPr id="6" name="object 111">
            <a:extLst>
              <a:ext uri="{FF2B5EF4-FFF2-40B4-BE49-F238E27FC236}">
                <a16:creationId xmlns:a16="http://schemas.microsoft.com/office/drawing/2014/main" id="{C5A217DD-6E78-FB38-B55E-E35936A2542F}"/>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pic>
        <p:nvPicPr>
          <p:cNvPr id="7" name="BAM_LOGO" descr="アイコン&#10;&#10;自動的に生成された説明">
            <a:extLst>
              <a:ext uri="{FF2B5EF4-FFF2-40B4-BE49-F238E27FC236}">
                <a16:creationId xmlns:a16="http://schemas.microsoft.com/office/drawing/2014/main" id="{517E1782-1AE5-0D99-A8C7-50796C7C4AB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345236285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本文">
    <p:spTree>
      <p:nvGrpSpPr>
        <p:cNvPr id="1" name=""/>
        <p:cNvGrpSpPr/>
        <p:nvPr/>
      </p:nvGrpSpPr>
      <p:grpSpPr>
        <a:xfrm>
          <a:off x="0" y="0"/>
          <a:ext cx="0" cy="0"/>
          <a:chOff x="0" y="0"/>
          <a:chExt cx="0" cy="0"/>
        </a:xfrm>
      </p:grpSpPr>
      <p:sp>
        <p:nvSpPr>
          <p:cNvPr id="4" name="object 111">
            <a:extLst>
              <a:ext uri="{FF2B5EF4-FFF2-40B4-BE49-F238E27FC236}">
                <a16:creationId xmlns:a16="http://schemas.microsoft.com/office/drawing/2014/main" id="{8732BE80-90A9-32CB-5FE3-42F27A7AE681}"/>
              </a:ext>
            </a:extLst>
          </p:cNvPr>
          <p:cNvSpPr/>
          <p:nvPr/>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
        <p:nvSpPr>
          <p:cNvPr id="2" name="本文">
            <a:extLst>
              <a:ext uri="{FF2B5EF4-FFF2-40B4-BE49-F238E27FC236}">
                <a16:creationId xmlns:a16="http://schemas.microsoft.com/office/drawing/2014/main" id="{81AEEF02-1BFB-3EB0-19ED-C218A8A17AE8}"/>
              </a:ext>
            </a:extLst>
          </p:cNvPr>
          <p:cNvSpPr>
            <a:spLocks noGrp="1"/>
          </p:cNvSpPr>
          <p:nvPr>
            <p:ph type="body" sz="quarter" idx="11"/>
          </p:nvPr>
        </p:nvSpPr>
        <p:spPr>
          <a:xfrm>
            <a:off x="977900" y="1021361"/>
            <a:ext cx="10235442" cy="5166918"/>
          </a:xfrm>
        </p:spPr>
        <p:txBody>
          <a:bodyPr>
            <a:noAutofit/>
          </a:bodyPr>
          <a:lstStyle>
            <a:lvl1pPr>
              <a:spcAft>
                <a:spcPts val="500"/>
              </a:spcAft>
              <a:defRPr sz="1600" b="0" i="0" baseline="0">
                <a:solidFill>
                  <a:schemeClr val="tx1"/>
                </a:solidFill>
                <a:latin typeface="Segoe UI" panose="020B0502040204020203" pitchFamily="34" charset="0"/>
                <a:ea typeface="Meiryo UI" panose="020B0604030504040204" pitchFamily="34" charset="-128"/>
              </a:defRPr>
            </a:lvl1pPr>
            <a:lvl2pPr>
              <a:spcAft>
                <a:spcPts val="500"/>
              </a:spcAft>
              <a:defRPr sz="1600" b="0" i="0" baseline="0">
                <a:solidFill>
                  <a:schemeClr val="tx1"/>
                </a:solidFill>
                <a:latin typeface="Segoe UI" panose="020B0502040204020203" pitchFamily="34" charset="0"/>
                <a:ea typeface="Meiryo UI" panose="020B0604030504040204" pitchFamily="34" charset="-128"/>
              </a:defRPr>
            </a:lvl2pPr>
            <a:lvl3pPr>
              <a:spcAft>
                <a:spcPts val="500"/>
              </a:spcAft>
              <a:defRPr sz="1600" b="0" i="0" baseline="0">
                <a:solidFill>
                  <a:schemeClr val="tx1"/>
                </a:solidFill>
                <a:latin typeface="Segoe UI" panose="020B0502040204020203" pitchFamily="34" charset="0"/>
                <a:ea typeface="Meiryo UI" panose="020B0604030504040204" pitchFamily="34" charset="-128"/>
              </a:defRPr>
            </a:lvl3pPr>
            <a:lvl4pPr>
              <a:spcAft>
                <a:spcPts val="500"/>
              </a:spcAft>
              <a:defRPr sz="1600" b="0" i="0">
                <a:solidFill>
                  <a:schemeClr val="tx1"/>
                </a:solidFill>
                <a:latin typeface="Yu Gothic Medium" panose="020B0400000000000000" pitchFamily="34" charset="-128"/>
                <a:ea typeface="Yu Gothic Medium" panose="020B0400000000000000" pitchFamily="34" charset="-128"/>
              </a:defRPr>
            </a:lvl4pPr>
            <a:lvl5pPr>
              <a:spcAft>
                <a:spcPts val="500"/>
              </a:spcAft>
              <a:defRPr sz="1600" b="0" i="0">
                <a:solidFill>
                  <a:schemeClr val="tx1"/>
                </a:solidFill>
                <a:latin typeface="Yu Gothic Medium" panose="020B0400000000000000" pitchFamily="34" charset="-128"/>
                <a:ea typeface="Yu Gothic Medium" panose="020B0400000000000000" pitchFamily="34"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3" name="タイトル">
            <a:extLst>
              <a:ext uri="{FF2B5EF4-FFF2-40B4-BE49-F238E27FC236}">
                <a16:creationId xmlns:a16="http://schemas.microsoft.com/office/drawing/2014/main" id="{857DE349-559E-28B3-516B-A7100EAE585C}"/>
              </a:ext>
            </a:extLst>
          </p:cNvPr>
          <p:cNvSpPr>
            <a:spLocks noGrp="1"/>
          </p:cNvSpPr>
          <p:nvPr>
            <p:ph type="title"/>
          </p:nvPr>
        </p:nvSpPr>
        <p:spPr>
          <a:xfrm>
            <a:off x="978658" y="275024"/>
            <a:ext cx="10235442" cy="323165"/>
          </a:xfrm>
        </p:spPr>
        <p:txBody>
          <a:bodyPr>
            <a:noAutofit/>
          </a:bodyPr>
          <a:lstStyle>
            <a:lvl1pPr>
              <a:defRPr sz="2100" b="1" i="0" spc="0" baseline="0">
                <a:latin typeface="Segoe UI" panose="020B0502040204020203" pitchFamily="34" charset="0"/>
                <a:ea typeface="Meiryo UI" panose="020B0604030504040204" pitchFamily="34" charset="-128"/>
              </a:defRPr>
            </a:lvl1pPr>
          </a:lstStyle>
          <a:p>
            <a:r>
              <a:rPr kumimoji="1" lang="ja-JP" altLang="en-US"/>
              <a:t>マスター タイトルの書式設定</a:t>
            </a:r>
          </a:p>
        </p:txBody>
      </p:sp>
      <p:sp>
        <p:nvSpPr>
          <p:cNvPr id="5" name="object 111">
            <a:extLst>
              <a:ext uri="{FF2B5EF4-FFF2-40B4-BE49-F238E27FC236}">
                <a16:creationId xmlns:a16="http://schemas.microsoft.com/office/drawing/2014/main" id="{C1B66EA8-D320-0146-57AF-5296A9D8C739}"/>
              </a:ext>
            </a:extLst>
          </p:cNvPr>
          <p:cNvSpPr/>
          <p:nvPr userDrawn="1"/>
        </p:nvSpPr>
        <p:spPr>
          <a:xfrm>
            <a:off x="977900" y="878399"/>
            <a:ext cx="10236200" cy="0"/>
          </a:xfrm>
          <a:custGeom>
            <a:avLst/>
            <a:gdLst/>
            <a:ahLst/>
            <a:cxnLst/>
            <a:rect l="l" t="t" r="r" b="b"/>
            <a:pathLst>
              <a:path w="10236200">
                <a:moveTo>
                  <a:pt x="0" y="0"/>
                </a:moveTo>
                <a:lnTo>
                  <a:pt x="10236200" y="0"/>
                </a:lnTo>
              </a:path>
            </a:pathLst>
          </a:custGeom>
          <a:ln w="4762">
            <a:solidFill>
              <a:srgbClr val="005295"/>
            </a:solidFill>
          </a:ln>
        </p:spPr>
        <p:txBody>
          <a:bodyPr wrap="square" lIns="0" tIns="0" rIns="0" bIns="0" rtlCol="0"/>
          <a:lstStyle/>
          <a:p>
            <a:endParaRPr/>
          </a:p>
        </p:txBody>
      </p:sp>
    </p:spTree>
    <p:extLst>
      <p:ext uri="{BB962C8B-B14F-4D97-AF65-F5344CB8AC3E}">
        <p14:creationId xmlns:p14="http://schemas.microsoft.com/office/powerpoint/2010/main" val="179507246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本文_白紙_BAM">
    <p:spTree>
      <p:nvGrpSpPr>
        <p:cNvPr id="1" name=""/>
        <p:cNvGrpSpPr/>
        <p:nvPr/>
      </p:nvGrpSpPr>
      <p:grpSpPr>
        <a:xfrm>
          <a:off x="0" y="0"/>
          <a:ext cx="0" cy="0"/>
          <a:chOff x="0" y="0"/>
          <a:chExt cx="0" cy="0"/>
        </a:xfrm>
      </p:grpSpPr>
      <p:pic>
        <p:nvPicPr>
          <p:cNvPr id="2" name="BAM_LOGO" descr="アイコン&#10;&#10;自動的に生成された説明">
            <a:extLst>
              <a:ext uri="{FF2B5EF4-FFF2-40B4-BE49-F238E27FC236}">
                <a16:creationId xmlns:a16="http://schemas.microsoft.com/office/drawing/2014/main" id="{4FD953A0-0DA5-5E36-2B38-54A6A9AF5D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pic>
        <p:nvPicPr>
          <p:cNvPr id="3" name="BAM_LOGO" descr="アイコン&#10;&#10;自動的に生成された説明">
            <a:extLst>
              <a:ext uri="{FF2B5EF4-FFF2-40B4-BE49-F238E27FC236}">
                <a16:creationId xmlns:a16="http://schemas.microsoft.com/office/drawing/2014/main" id="{CF96771B-86D9-1E42-5B6D-6563FBC1AC0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213342" y="0"/>
            <a:ext cx="977900" cy="889000"/>
          </a:xfrm>
          <a:prstGeom prst="rect">
            <a:avLst/>
          </a:prstGeom>
        </p:spPr>
      </p:pic>
    </p:spTree>
    <p:extLst>
      <p:ext uri="{BB962C8B-B14F-4D97-AF65-F5344CB8AC3E}">
        <p14:creationId xmlns:p14="http://schemas.microsoft.com/office/powerpoint/2010/main" val="213604994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本文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928205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obj"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7920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2.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image" Target="../media/image11.jpeg"/><Relationship Id="rId3" Type="http://schemas.openxmlformats.org/officeDocument/2006/relationships/slideLayout" Target="../slideLayouts/slideLayout16.xml"/><Relationship Id="rId21" Type="http://schemas.openxmlformats.org/officeDocument/2006/relationships/tags" Target="../tags/tag3.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image" Target="../media/image10.emf"/><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theme" Target="../theme/theme2.xml"/><Relationship Id="rId29" Type="http://schemas.openxmlformats.org/officeDocument/2006/relationships/oleObject" Target="../embeddings/oleObject1.bin"/><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oleObject" Target="../embeddings/oleObject2.bin"/><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tags" Target="../tags/tag5.xml"/><Relationship Id="rId28" Type="http://schemas.openxmlformats.org/officeDocument/2006/relationships/image" Target="../media/image1.emf"/><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tags" Target="../tags/tag4.xml"/><Relationship Id="rId27" Type="http://schemas.openxmlformats.org/officeDocument/2006/relationships/oleObject" Target="../embeddings/oleObject3.bin"/><Relationship Id="rId30"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10.emf"/><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oleObject" Target="../embeddings/oleObject5.bin"/><Relationship Id="rId2" Type="http://schemas.openxmlformats.org/officeDocument/2006/relationships/slideLayout" Target="../slideLayouts/slideLayout34.xml"/><Relationship Id="rId16" Type="http://schemas.openxmlformats.org/officeDocument/2006/relationships/tags" Target="../tags/tag7.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theme" Target="../theme/theme3.xml"/><Relationship Id="rId10" Type="http://schemas.openxmlformats.org/officeDocument/2006/relationships/slideLayout" Target="../slideLayouts/slideLayout42.xml"/><Relationship Id="rId19" Type="http://schemas.openxmlformats.org/officeDocument/2006/relationships/image" Target="../media/image2.jpeg"/><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tags" Target="../tags/tag9.xml"/><Relationship Id="rId3" Type="http://schemas.openxmlformats.org/officeDocument/2006/relationships/slideLayout" Target="../slideLayouts/slideLayout49.xml"/><Relationship Id="rId21" Type="http://schemas.openxmlformats.org/officeDocument/2006/relationships/image" Target="../media/image11.jpeg"/><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theme" Target="../theme/theme4.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image" Target="../media/image1.emf"/><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10" Type="http://schemas.openxmlformats.org/officeDocument/2006/relationships/slideLayout" Target="../slideLayouts/slideLayout56.xml"/><Relationship Id="rId19" Type="http://schemas.openxmlformats.org/officeDocument/2006/relationships/oleObject" Target="../embeddings/oleObject3.bin"/><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image" Target="../media/image15.jpeg"/><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image" Target="../media/image14.emf"/><Relationship Id="rId2" Type="http://schemas.openxmlformats.org/officeDocument/2006/relationships/slideLayout" Target="../slideLayouts/slideLayout64.xml"/><Relationship Id="rId16" Type="http://schemas.openxmlformats.org/officeDocument/2006/relationships/oleObject" Target="../embeddings/oleObject7.bin"/><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tags" Target="../tags/tag11.xml"/><Relationship Id="rId10" Type="http://schemas.openxmlformats.org/officeDocument/2006/relationships/slideLayout" Target="../slideLayouts/slideLayout72.xml"/><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image" Target="../media/image15.jpeg"/><Relationship Id="rId3" Type="http://schemas.openxmlformats.org/officeDocument/2006/relationships/slideLayout" Target="../slideLayouts/slideLayout78.xml"/><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image" Target="../media/image14.emf"/><Relationship Id="rId2" Type="http://schemas.openxmlformats.org/officeDocument/2006/relationships/slideLayout" Target="../slideLayouts/slideLayout77.xml"/><Relationship Id="rId16" Type="http://schemas.openxmlformats.org/officeDocument/2006/relationships/oleObject" Target="../embeddings/oleObject8.bin"/><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tags" Target="../tags/tag12.xml"/><Relationship Id="rId10" Type="http://schemas.openxmlformats.org/officeDocument/2006/relationships/slideLayout" Target="../slideLayouts/slideLayout85.xml"/><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A1A3CCE-9469-8773-F9C9-99B4B432C628}"/>
              </a:ext>
            </a:extLst>
          </p:cNvPr>
          <p:cNvGraphicFramePr>
            <a:graphicFrameLocks noChangeAspect="1"/>
          </p:cNvGraphicFramePr>
          <p:nvPr userDrawn="1">
            <p:custDataLst>
              <p:tags r:id="rId15"/>
            </p:custDataLst>
            <p:extLst>
              <p:ext uri="{D42A27DB-BD31-4B8C-83A1-F6EECF244321}">
                <p14:modId xmlns:p14="http://schemas.microsoft.com/office/powerpoint/2010/main" val="3853535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484" imgH="486" progId="TCLayout.ActiveDocument.1">
                  <p:embed/>
                </p:oleObj>
              </mc:Choice>
              <mc:Fallback>
                <p:oleObj name="think-cellスライド" r:id="rId16" imgW="484" imgH="486" progId="TCLayout.ActiveDocument.1">
                  <p:embed/>
                  <p:pic>
                    <p:nvPicPr>
                      <p:cNvPr id="4" name="think-cell data - do not delete" hidden="1">
                        <a:extLst>
                          <a:ext uri="{FF2B5EF4-FFF2-40B4-BE49-F238E27FC236}">
                            <a16:creationId xmlns:a16="http://schemas.microsoft.com/office/drawing/2014/main" id="{AA1A3CCE-9469-8773-F9C9-99B4B432C628}"/>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pic>
        <p:nvPicPr>
          <p:cNvPr id="6" name="図 5">
            <a:extLst>
              <a:ext uri="{FF2B5EF4-FFF2-40B4-BE49-F238E27FC236}">
                <a16:creationId xmlns:a16="http://schemas.microsoft.com/office/drawing/2014/main" id="{D1CC5074-66BA-259C-778A-267286160414}"/>
              </a:ext>
            </a:extLst>
          </p:cNvPr>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0" y="6375400"/>
            <a:ext cx="12192000" cy="482600"/>
          </a:xfrm>
          <a:prstGeom prst="rect">
            <a:avLst/>
          </a:prstGeom>
        </p:spPr>
      </p:pic>
      <p:sp>
        <p:nvSpPr>
          <p:cNvPr id="2" name="Holder 2"/>
          <p:cNvSpPr>
            <a:spLocks noGrp="1"/>
          </p:cNvSpPr>
          <p:nvPr>
            <p:ph type="title"/>
          </p:nvPr>
        </p:nvSpPr>
        <p:spPr>
          <a:xfrm>
            <a:off x="1373085" y="65673"/>
            <a:ext cx="9446260" cy="711200"/>
          </a:xfrm>
          <a:prstGeom prst="rect">
            <a:avLst/>
          </a:prstGeom>
        </p:spPr>
        <p:txBody>
          <a:bodyPr vert="horz" wrap="square" lIns="0" tIns="0" rIns="0" bIns="0">
            <a:spAutoFit/>
          </a:bodyPr>
          <a:lstStyle>
            <a:lvl1pPr>
              <a:defRPr sz="4500" b="0" i="0">
                <a:solidFill>
                  <a:srgbClr val="005295"/>
                </a:solidFill>
                <a:latin typeface="YuGothicStd-L"/>
                <a:cs typeface="YuGothicStd-L"/>
              </a:defRPr>
            </a:lvl1pPr>
          </a:lstStyle>
          <a:p>
            <a:r>
              <a:rPr lang="en-US" altLang="ja-JP"/>
              <a:t>Title</a:t>
            </a:r>
            <a:endParaRPr/>
          </a:p>
        </p:txBody>
      </p:sp>
      <p:sp>
        <p:nvSpPr>
          <p:cNvPr id="3" name="Holder 3"/>
          <p:cNvSpPr>
            <a:spLocks noGrp="1"/>
          </p:cNvSpPr>
          <p:nvPr>
            <p:ph type="body" idx="1"/>
          </p:nvPr>
        </p:nvSpPr>
        <p:spPr>
          <a:xfrm>
            <a:off x="1373085" y="1618919"/>
            <a:ext cx="9446260" cy="296876"/>
          </a:xfrm>
          <a:prstGeom prst="rect">
            <a:avLst/>
          </a:prstGeom>
        </p:spPr>
        <p:txBody>
          <a:bodyPr wrap="square" lIns="0" tIns="0" rIns="0" bIns="0">
            <a:spAutoFit/>
          </a:bodyPr>
          <a:lstStyle>
            <a:lvl1pPr>
              <a:defRPr b="0" i="0">
                <a:solidFill>
                  <a:schemeClr val="tx1"/>
                </a:solidFill>
              </a:defRPr>
            </a:lvl1pPr>
          </a:lstStyle>
          <a:p>
            <a:r>
              <a:rPr lang="en-US"/>
              <a:t>sample text</a:t>
            </a:r>
            <a:endParaRPr/>
          </a:p>
        </p:txBody>
      </p:sp>
      <p:sp>
        <p:nvSpPr>
          <p:cNvPr id="5" name="スライド番号プレースホルダー 3">
            <a:extLst>
              <a:ext uri="{FF2B5EF4-FFF2-40B4-BE49-F238E27FC236}">
                <a16:creationId xmlns:a16="http://schemas.microsoft.com/office/drawing/2014/main" id="{AA8020B6-079B-8FE6-57AA-50EC7D9EA2F6}"/>
              </a:ext>
            </a:extLst>
          </p:cNvPr>
          <p:cNvSpPr txBox="1">
            <a:spLocks/>
          </p:cNvSpPr>
          <p:nvPr userDrawn="1"/>
        </p:nvSpPr>
        <p:spPr>
          <a:xfrm>
            <a:off x="9204961" y="6540123"/>
            <a:ext cx="2743200" cy="153888"/>
          </a:xfrm>
          <a:prstGeom prst="rect">
            <a:avLst/>
          </a:prstGeom>
        </p:spPr>
        <p:txBody>
          <a:bodyPr vert="horz" lIns="91440" tIns="45720" rIns="91440" bIns="45720" rtlCol="0" anchor="ctr"/>
          <a:lstStyle>
            <a:defPPr>
              <a:defRPr kern="0"/>
            </a:defPPr>
            <a:lvl1pPr algn="r">
              <a:defRPr sz="1000" baseline="0">
                <a:solidFill>
                  <a:schemeClr val="bg1"/>
                </a:solidFill>
                <a:latin typeface="Segoe UI" panose="020B0502040204020203" pitchFamily="34" charset="0"/>
                <a:ea typeface="Meiryo UI" panose="020B0604030504040204" pitchFamily="50" charset="-128"/>
              </a:defRPr>
            </a:lvl1pPr>
          </a:lstStyle>
          <a:p>
            <a:fld id="{29DE5BEF-B429-BE4C-94C0-A20628C70410}" type="slidenum">
              <a:rPr kumimoji="1" lang="ja-JP" altLang="en-US" smtClean="0"/>
              <a:t>‹#›</a:t>
            </a:fld>
            <a:endParaRPr kumimoji="1" lang="ja-JP" altLang="en-US"/>
          </a:p>
        </p:txBody>
      </p:sp>
    </p:spTree>
    <p:extLst>
      <p:ext uri="{BB962C8B-B14F-4D97-AF65-F5344CB8AC3E}">
        <p14:creationId xmlns:p14="http://schemas.microsoft.com/office/powerpoint/2010/main" val="2552297240"/>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843" r:id="rId7"/>
    <p:sldLayoutId id="2147483913" r:id="rId8"/>
    <p:sldLayoutId id="2147483816" r:id="rId9"/>
    <p:sldLayoutId id="2147483914" r:id="rId10"/>
    <p:sldLayoutId id="2147483720" r:id="rId11"/>
    <p:sldLayoutId id="2147483915" r:id="rId12"/>
    <p:sldLayoutId id="2147483916" r:id="rId13"/>
  </p:sldLayoutIdLst>
  <p:hf sldNum="0" hdr="0" ftr="0" dt="0"/>
  <p:txStyles>
    <p:titleStyle>
      <a:lvl1pPr>
        <a:defRPr b="1" i="0" baseline="0">
          <a:latin typeface="Segoe UI" panose="020B0502040204020203" pitchFamily="34" charset="0"/>
          <a:ea typeface="Yu Gothic" panose="020B0400000000000000" pitchFamily="34" charset="-128"/>
          <a:cs typeface="Segoe UI" panose="020B0502040204020203" pitchFamily="34" charset="0"/>
        </a:defRPr>
      </a:lvl1pPr>
    </p:titleStyle>
    <p:bodyStyle>
      <a:lvl1pPr marL="14400">
        <a:lnSpc>
          <a:spcPct val="130000"/>
        </a:lnSpc>
        <a:spcBef>
          <a:spcPts val="100"/>
        </a:spcBef>
        <a:defRPr sz="1600" b="0" i="0" baseline="0">
          <a:latin typeface="Segoe UI" panose="020B0502040204020203" pitchFamily="34" charset="0"/>
          <a:ea typeface="Yu Gothic Medium" panose="020B0400000000000000" pitchFamily="34" charset="-128"/>
          <a:cs typeface="Segoe UI" panose="020B0502040204020203" pitchFamily="34" charset="0"/>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619" userDrawn="1">
          <p15:clr>
            <a:srgbClr val="F26B43"/>
          </p15:clr>
        </p15:guide>
        <p15:guide id="4" pos="706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9C4BBD43-795C-5619-9E09-3E6DEFA7E128}"/>
              </a:ext>
            </a:extLst>
          </p:cNvPr>
          <p:cNvGraphicFramePr>
            <a:graphicFrameLocks noChangeAspect="1"/>
          </p:cNvGraphicFramePr>
          <p:nvPr>
            <p:custDataLst>
              <p:tags r:id="rId21"/>
            </p:custDataLst>
            <p:extLst>
              <p:ext uri="{D42A27DB-BD31-4B8C-83A1-F6EECF244321}">
                <p14:modId xmlns:p14="http://schemas.microsoft.com/office/powerpoint/2010/main" val="15526896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4" imgW="473" imgH="473" progId="TCLayout.ActiveDocument.1">
                  <p:embed/>
                </p:oleObj>
              </mc:Choice>
              <mc:Fallback>
                <p:oleObj name="think-cellスライド" r:id="rId24" imgW="473" imgH="473" progId="TCLayout.ActiveDocument.1">
                  <p:embed/>
                  <p:pic>
                    <p:nvPicPr>
                      <p:cNvPr id="4" name="オブジェクト 3" hidden="1">
                        <a:extLst>
                          <a:ext uri="{FF2B5EF4-FFF2-40B4-BE49-F238E27FC236}">
                            <a16:creationId xmlns:a16="http://schemas.microsoft.com/office/drawing/2014/main" id="{9C4BBD43-795C-5619-9E09-3E6DEFA7E128}"/>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2820A412-44D1-0690-24EE-31C509F39DB5}"/>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0" y="6375767"/>
            <a:ext cx="12192000" cy="482600"/>
          </a:xfrm>
          <a:prstGeom prst="rect">
            <a:avLst/>
          </a:prstGeom>
        </p:spPr>
      </p:pic>
      <p:sp>
        <p:nvSpPr>
          <p:cNvPr id="2" name="Holder 2"/>
          <p:cNvSpPr>
            <a:spLocks noGrp="1"/>
          </p:cNvSpPr>
          <p:nvPr>
            <p:ph type="title"/>
          </p:nvPr>
        </p:nvSpPr>
        <p:spPr>
          <a:xfrm>
            <a:off x="1373085" y="65673"/>
            <a:ext cx="9446260" cy="711200"/>
          </a:xfrm>
          <a:prstGeom prst="rect">
            <a:avLst/>
          </a:prstGeom>
        </p:spPr>
        <p:txBody>
          <a:bodyPr wrap="square" lIns="0" tIns="0" rIns="0" bIns="0">
            <a:spAutoFit/>
          </a:bodyPr>
          <a:lstStyle>
            <a:lvl1pPr>
              <a:defRPr sz="4500" b="0" i="0">
                <a:solidFill>
                  <a:srgbClr val="005295"/>
                </a:solidFill>
                <a:latin typeface="YuGothicStd-L"/>
                <a:cs typeface="YuGothicStd-L"/>
              </a:defRPr>
            </a:lvl1pPr>
          </a:lstStyle>
          <a:p>
            <a:endParaRPr/>
          </a:p>
        </p:txBody>
      </p:sp>
      <p:sp>
        <p:nvSpPr>
          <p:cNvPr id="3" name="Holder 3"/>
          <p:cNvSpPr>
            <a:spLocks noGrp="1"/>
          </p:cNvSpPr>
          <p:nvPr>
            <p:ph type="body" idx="1"/>
          </p:nvPr>
        </p:nvSpPr>
        <p:spPr>
          <a:xfrm>
            <a:off x="1373085" y="1618919"/>
            <a:ext cx="9446260" cy="381067"/>
          </a:xfrm>
          <a:prstGeom prst="rect">
            <a:avLst/>
          </a:prstGeom>
        </p:spPr>
        <p:txBody>
          <a:bodyPr wrap="square" lIns="90000" tIns="46800" rIns="90000" bIns="46800">
            <a:spAutoFit/>
          </a:bodyPr>
          <a:lstStyle>
            <a:lvl1pPr>
              <a:defRPr b="0" i="0">
                <a:solidFill>
                  <a:schemeClr val="tx1"/>
                </a:solidFill>
              </a:defRPr>
            </a:lvl1pPr>
          </a:lstStyle>
          <a:p>
            <a:endParaRPr/>
          </a:p>
        </p:txBody>
      </p:sp>
      <p:sp>
        <p:nvSpPr>
          <p:cNvPr id="7" name="スライド番号">
            <a:extLst>
              <a:ext uri="{FF2B5EF4-FFF2-40B4-BE49-F238E27FC236}">
                <a16:creationId xmlns:a16="http://schemas.microsoft.com/office/drawing/2014/main" id="{F7A32C09-B6B1-2BD1-507E-CC2C24FB92C7}"/>
              </a:ext>
            </a:extLst>
          </p:cNvPr>
          <p:cNvSpPr txBox="1">
            <a:spLocks/>
          </p:cNvSpPr>
          <p:nvPr/>
        </p:nvSpPr>
        <p:spPr>
          <a:xfrm>
            <a:off x="9204960" y="6540123"/>
            <a:ext cx="2743200" cy="153888"/>
          </a:xfrm>
          <a:prstGeom prst="rect">
            <a:avLst/>
          </a:prstGeom>
        </p:spPr>
        <p:txBody>
          <a:bodyPr vert="horz" lIns="91440" tIns="45720" rIns="91440" bIns="45720" rtlCol="0" anchor="ctr"/>
          <a:lstStyle>
            <a:defPPr>
              <a:defRPr kern="0"/>
            </a:defPPr>
            <a:lvl1pPr algn="r">
              <a:defRPr sz="1000" b="0" i="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stStyle>
          <a:p>
            <a:fld id="{F42E2762-5E21-CA47-A210-C83F7DE8B3E4}" type="slidenum">
              <a:rPr kumimoji="1" lang="ja-JP" altLang="en-US" smtClean="0"/>
              <a:t>‹#›</a:t>
            </a:fld>
            <a:endParaRPr kumimoji="1" lang="ja-JP" altLang="en-US"/>
          </a:p>
        </p:txBody>
      </p:sp>
      <p:graphicFrame>
        <p:nvGraphicFramePr>
          <p:cNvPr id="6" name="think-cell data - do not delete" hidden="1">
            <a:extLst>
              <a:ext uri="{FF2B5EF4-FFF2-40B4-BE49-F238E27FC236}">
                <a16:creationId xmlns:a16="http://schemas.microsoft.com/office/drawing/2014/main" id="{432A5108-78AD-A77F-FEC3-9EA1FB69D308}"/>
              </a:ext>
            </a:extLst>
          </p:cNvPr>
          <p:cNvGraphicFramePr>
            <a:graphicFrameLocks noChangeAspect="1"/>
          </p:cNvGraphicFramePr>
          <p:nvPr>
            <p:custDataLst>
              <p:tags r:id="rId22"/>
            </p:custDataLst>
            <p:extLst>
              <p:ext uri="{D42A27DB-BD31-4B8C-83A1-F6EECF244321}">
                <p14:modId xmlns:p14="http://schemas.microsoft.com/office/powerpoint/2010/main" val="3992233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27" imgW="484" imgH="486" progId="TCLayout.ActiveDocument.1">
                  <p:embed/>
                </p:oleObj>
              </mc:Choice>
              <mc:Fallback>
                <p:oleObj name="think-cell スライド" r:id="rId27" imgW="484" imgH="486" progId="TCLayout.ActiveDocument.1">
                  <p:embed/>
                  <p:pic>
                    <p:nvPicPr>
                      <p:cNvPr id="6" name="think-cell data - do not delete" hidden="1">
                        <a:extLst>
                          <a:ext uri="{FF2B5EF4-FFF2-40B4-BE49-F238E27FC236}">
                            <a16:creationId xmlns:a16="http://schemas.microsoft.com/office/drawing/2014/main" id="{432A5108-78AD-A77F-FEC3-9EA1FB69D308}"/>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graphicFrame>
        <p:nvGraphicFramePr>
          <p:cNvPr id="8" name="think-cell data - do not delete" hidden="1">
            <a:extLst>
              <a:ext uri="{FF2B5EF4-FFF2-40B4-BE49-F238E27FC236}">
                <a16:creationId xmlns:a16="http://schemas.microsoft.com/office/drawing/2014/main" id="{477E7CE4-8EAF-877B-6E6D-E466706844F6}"/>
              </a:ext>
            </a:extLst>
          </p:cNvPr>
          <p:cNvGraphicFramePr>
            <a:graphicFrameLocks noChangeAspect="1"/>
          </p:cNvGraphicFramePr>
          <p:nvPr userDrawn="1">
            <p:custDataLst>
              <p:tags r:id="rId23"/>
            </p:custDataLst>
            <p:extLst>
              <p:ext uri="{D42A27DB-BD31-4B8C-83A1-F6EECF244321}">
                <p14:modId xmlns:p14="http://schemas.microsoft.com/office/powerpoint/2010/main" val="3853535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29" imgW="484" imgH="486" progId="TCLayout.ActiveDocument.1">
                  <p:embed/>
                </p:oleObj>
              </mc:Choice>
              <mc:Fallback>
                <p:oleObj name="think-cell スライド" r:id="rId29" imgW="484" imgH="486" progId="TCLayout.ActiveDocument.1">
                  <p:embed/>
                  <p:pic>
                    <p:nvPicPr>
                      <p:cNvPr id="8" name="think-cell data - do not delete" hidden="1">
                        <a:extLst>
                          <a:ext uri="{FF2B5EF4-FFF2-40B4-BE49-F238E27FC236}">
                            <a16:creationId xmlns:a16="http://schemas.microsoft.com/office/drawing/2014/main" id="{477E7CE4-8EAF-877B-6E6D-E466706844F6}"/>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pic>
        <p:nvPicPr>
          <p:cNvPr id="9" name="図 8">
            <a:extLst>
              <a:ext uri="{FF2B5EF4-FFF2-40B4-BE49-F238E27FC236}">
                <a16:creationId xmlns:a16="http://schemas.microsoft.com/office/drawing/2014/main" id="{EF74CE27-DDC0-0888-7EFA-9552EF809962}"/>
              </a:ext>
            </a:extLst>
          </p:cNvPr>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0" y="6375400"/>
            <a:ext cx="12192000" cy="482600"/>
          </a:xfrm>
          <a:prstGeom prst="rect">
            <a:avLst/>
          </a:prstGeom>
        </p:spPr>
      </p:pic>
      <p:sp>
        <p:nvSpPr>
          <p:cNvPr id="10" name="スライド番号プレースホルダー 3">
            <a:extLst>
              <a:ext uri="{FF2B5EF4-FFF2-40B4-BE49-F238E27FC236}">
                <a16:creationId xmlns:a16="http://schemas.microsoft.com/office/drawing/2014/main" id="{DE71898A-2872-3CD5-F0AD-E8A273806AC1}"/>
              </a:ext>
            </a:extLst>
          </p:cNvPr>
          <p:cNvSpPr txBox="1">
            <a:spLocks/>
          </p:cNvSpPr>
          <p:nvPr userDrawn="1"/>
        </p:nvSpPr>
        <p:spPr>
          <a:xfrm>
            <a:off x="9204961" y="6540123"/>
            <a:ext cx="2743200" cy="153888"/>
          </a:xfrm>
          <a:prstGeom prst="rect">
            <a:avLst/>
          </a:prstGeom>
        </p:spPr>
        <p:txBody>
          <a:bodyPr vert="horz" lIns="91440" tIns="45720" rIns="91440" bIns="45720" rtlCol="0" anchor="ctr"/>
          <a:lstStyle>
            <a:defPPr>
              <a:defRPr kern="0"/>
            </a:defPPr>
            <a:lvl1pPr algn="r">
              <a:defRPr sz="1000" baseline="0">
                <a:solidFill>
                  <a:schemeClr val="bg1"/>
                </a:solidFill>
                <a:latin typeface="Segoe UI" panose="020B0502040204020203" pitchFamily="34" charset="0"/>
                <a:ea typeface="Meiryo UI" panose="020B0604030504040204" pitchFamily="50" charset="-128"/>
              </a:defRPr>
            </a:lvl1pPr>
          </a:lstStyle>
          <a:p>
            <a:fld id="{29DE5BEF-B429-BE4C-94C0-A20628C70410}" type="slidenum">
              <a:rPr kumimoji="1" lang="ja-JP" altLang="en-US" smtClean="0"/>
              <a:t>‹#›</a:t>
            </a:fld>
            <a:endParaRPr kumimoji="1" lang="ja-JP" altLang="en-US"/>
          </a:p>
        </p:txBody>
      </p:sp>
    </p:spTree>
    <p:extLst>
      <p:ext uri="{BB962C8B-B14F-4D97-AF65-F5344CB8AC3E}">
        <p14:creationId xmlns:p14="http://schemas.microsoft.com/office/powerpoint/2010/main" val="1600550883"/>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 id="2147483930" r:id="rId11"/>
    <p:sldLayoutId id="2147483931" r:id="rId12"/>
    <p:sldLayoutId id="2147483932" r:id="rId13"/>
    <p:sldLayoutId id="2147483933" r:id="rId14"/>
    <p:sldLayoutId id="2147483934" r:id="rId15"/>
    <p:sldLayoutId id="2147483935" r:id="rId16"/>
    <p:sldLayoutId id="2147483936" r:id="rId17"/>
    <p:sldLayoutId id="2147483937" r:id="rId18"/>
    <p:sldLayoutId id="2147483938" r:id="rId19"/>
  </p:sldLayoutIdLst>
  <p:hf sldNum="0" hdr="0" ftr="0" dt="0"/>
  <p:txStyles>
    <p:titleStyle>
      <a:lvl1pPr eaLnBrk="1" hangingPunct="1">
        <a:defRPr kumimoji="1" sz="4500" b="1" i="0" cap="none" baseline="0">
          <a:latin typeface="Segoe UI" panose="020B0502040204020203" pitchFamily="34" charset="0"/>
          <a:ea typeface="Meiryo UI" panose="020B0604030504040204" pitchFamily="34" charset="-128"/>
          <a:cs typeface="+mj-cs"/>
        </a:defRPr>
      </a:lvl1pPr>
    </p:titleStyle>
    <p:bodyStyle>
      <a:lvl1pPr marL="14400" eaLnBrk="1" hangingPunct="1">
        <a:lnSpc>
          <a:spcPct val="130000"/>
        </a:lnSpc>
        <a:spcBef>
          <a:spcPts val="100"/>
        </a:spcBef>
        <a:defRPr kumimoji="1" sz="1600" b="0" i="0" baseline="0">
          <a:latin typeface="Segoe UI" panose="020B0502040204020203" pitchFamily="34" charset="0"/>
          <a:ea typeface="Meiryo UI" panose="020B0604030504040204" pitchFamily="34" charset="-128"/>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bodyStyle>
    <p:otherStyle>
      <a:lvl1pPr marL="0" eaLnBrk="1" hangingPunct="1">
        <a:defRPr kumimoji="1">
          <a:latin typeface="+mn-lt"/>
          <a:ea typeface="+mn-ea"/>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otherStyle>
  </p:txStyles>
  <p:extLst>
    <p:ext uri="{27BBF7A9-308A-43DC-89C8-2F10F3537804}">
      <p15:sldGuideLst xmlns:p15="http://schemas.microsoft.com/office/powerpoint/2012/main">
        <p15:guide id="1" orient="horz" pos="3906">
          <p15:clr>
            <a:srgbClr val="F26B43"/>
          </p15:clr>
        </p15:guide>
        <p15:guide id="6" orient="horz" pos="640">
          <p15:clr>
            <a:srgbClr val="F26B43"/>
          </p15:clr>
        </p15:guide>
        <p15:guide id="7" orient="horz" pos="2160" userDrawn="1">
          <p15:clr>
            <a:srgbClr val="F26B43"/>
          </p15:clr>
        </p15:guide>
        <p15:guide id="8" pos="3840" userDrawn="1">
          <p15:clr>
            <a:srgbClr val="F26B43"/>
          </p15:clr>
        </p15:guide>
        <p15:guide id="9" pos="619" userDrawn="1">
          <p15:clr>
            <a:srgbClr val="F26B43"/>
          </p15:clr>
        </p15:guide>
        <p15:guide id="10" pos="7061"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07BD2AF0-15F6-52E5-EFCF-44DDC8CDCD85}"/>
              </a:ext>
            </a:extLst>
          </p:cNvPr>
          <p:cNvGraphicFramePr>
            <a:graphicFrameLocks noChangeAspect="1"/>
          </p:cNvGraphicFramePr>
          <p:nvPr>
            <p:custDataLst>
              <p:tags r:id="rId16"/>
            </p:custDataLst>
            <p:extLst>
              <p:ext uri="{D42A27DB-BD31-4B8C-83A1-F6EECF244321}">
                <p14:modId xmlns:p14="http://schemas.microsoft.com/office/powerpoint/2010/main" val="1898115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7" imgW="473" imgH="473" progId="TCLayout.ActiveDocument.1">
                  <p:embed/>
                </p:oleObj>
              </mc:Choice>
              <mc:Fallback>
                <p:oleObj name="think-cellスライド" r:id="rId17" imgW="473" imgH="473" progId="TCLayout.ActiveDocument.1">
                  <p:embed/>
                  <p:pic>
                    <p:nvPicPr>
                      <p:cNvPr id="4" name="オブジェクト 3" hidden="1">
                        <a:extLst>
                          <a:ext uri="{FF2B5EF4-FFF2-40B4-BE49-F238E27FC236}">
                            <a16:creationId xmlns:a16="http://schemas.microsoft.com/office/drawing/2014/main" id="{07BD2AF0-15F6-52E5-EFCF-44DDC8CDCD85}"/>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pic>
        <p:nvPicPr>
          <p:cNvPr id="6" name="図 5">
            <a:extLst>
              <a:ext uri="{FF2B5EF4-FFF2-40B4-BE49-F238E27FC236}">
                <a16:creationId xmlns:a16="http://schemas.microsoft.com/office/drawing/2014/main" id="{D1CC5074-66BA-259C-778A-267286160414}"/>
              </a:ext>
            </a:extLst>
          </p:cNvPr>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0" y="6375400"/>
            <a:ext cx="12192000" cy="482600"/>
          </a:xfrm>
          <a:prstGeom prst="rect">
            <a:avLst/>
          </a:prstGeom>
        </p:spPr>
      </p:pic>
      <p:sp>
        <p:nvSpPr>
          <p:cNvPr id="2" name="Holder 2"/>
          <p:cNvSpPr>
            <a:spLocks noGrp="1"/>
          </p:cNvSpPr>
          <p:nvPr>
            <p:ph type="title"/>
          </p:nvPr>
        </p:nvSpPr>
        <p:spPr>
          <a:xfrm>
            <a:off x="1373085" y="65673"/>
            <a:ext cx="9446260" cy="711200"/>
          </a:xfrm>
          <a:prstGeom prst="rect">
            <a:avLst/>
          </a:prstGeom>
        </p:spPr>
        <p:txBody>
          <a:bodyPr vert="horz" wrap="square" lIns="0" tIns="0" rIns="0" bIns="0">
            <a:spAutoFit/>
          </a:bodyPr>
          <a:lstStyle>
            <a:lvl1pPr>
              <a:defRPr sz="4500" b="0" i="0">
                <a:solidFill>
                  <a:srgbClr val="005295"/>
                </a:solidFill>
                <a:latin typeface="YuGothicStd-L"/>
                <a:cs typeface="YuGothicStd-L"/>
              </a:defRPr>
            </a:lvl1pPr>
          </a:lstStyle>
          <a:p>
            <a:r>
              <a:rPr lang="en-US" altLang="ja-JP"/>
              <a:t>Title</a:t>
            </a:r>
            <a:endParaRPr/>
          </a:p>
        </p:txBody>
      </p:sp>
      <p:sp>
        <p:nvSpPr>
          <p:cNvPr id="3" name="Holder 3"/>
          <p:cNvSpPr>
            <a:spLocks noGrp="1"/>
          </p:cNvSpPr>
          <p:nvPr>
            <p:ph type="body" idx="1"/>
          </p:nvPr>
        </p:nvSpPr>
        <p:spPr>
          <a:xfrm>
            <a:off x="1373085" y="1618919"/>
            <a:ext cx="9446260" cy="296876"/>
          </a:xfrm>
          <a:prstGeom prst="rect">
            <a:avLst/>
          </a:prstGeom>
        </p:spPr>
        <p:txBody>
          <a:bodyPr wrap="square" lIns="0" tIns="0" rIns="0" bIns="0">
            <a:spAutoFit/>
          </a:bodyPr>
          <a:lstStyle>
            <a:lvl1pPr>
              <a:defRPr b="0" i="0">
                <a:solidFill>
                  <a:schemeClr val="tx1"/>
                </a:solidFill>
              </a:defRPr>
            </a:lvl1pPr>
          </a:lstStyle>
          <a:p>
            <a:r>
              <a:rPr lang="en-US"/>
              <a:t>sample text</a:t>
            </a:r>
            <a:endParaRPr/>
          </a:p>
        </p:txBody>
      </p:sp>
      <p:sp>
        <p:nvSpPr>
          <p:cNvPr id="5" name="スライド番号プレースホルダー 3">
            <a:extLst>
              <a:ext uri="{FF2B5EF4-FFF2-40B4-BE49-F238E27FC236}">
                <a16:creationId xmlns:a16="http://schemas.microsoft.com/office/drawing/2014/main" id="{AA8020B6-079B-8FE6-57AA-50EC7D9EA2F6}"/>
              </a:ext>
            </a:extLst>
          </p:cNvPr>
          <p:cNvSpPr txBox="1">
            <a:spLocks/>
          </p:cNvSpPr>
          <p:nvPr/>
        </p:nvSpPr>
        <p:spPr>
          <a:xfrm>
            <a:off x="9204961" y="6540123"/>
            <a:ext cx="2743200" cy="153888"/>
          </a:xfrm>
          <a:prstGeom prst="rect">
            <a:avLst/>
          </a:prstGeom>
        </p:spPr>
        <p:txBody>
          <a:bodyPr vert="horz" lIns="91440" tIns="45720" rIns="91440" bIns="45720" rtlCol="0" anchor="ctr"/>
          <a:lstStyle>
            <a:defPPr>
              <a:defRPr kern="0"/>
            </a:defPPr>
            <a:lvl1pPr algn="r">
              <a:defRPr sz="1000" baseline="0">
                <a:solidFill>
                  <a:schemeClr val="bg1"/>
                </a:solidFill>
                <a:latin typeface="Segoe UI" panose="020B0502040204020203" pitchFamily="34" charset="0"/>
                <a:ea typeface="Meiryo UI" panose="020B0604030504040204" pitchFamily="50" charset="-128"/>
              </a:defRPr>
            </a:lvl1pPr>
          </a:lstStyle>
          <a:p>
            <a:fld id="{29DE5BEF-B429-BE4C-94C0-A20628C70410}" type="slidenum">
              <a:rPr kumimoji="1" lang="ja-JP" altLang="en-US" smtClean="0"/>
              <a:t>‹#›</a:t>
            </a:fld>
            <a:endParaRPr kumimoji="1" lang="ja-JP" altLang="en-US"/>
          </a:p>
        </p:txBody>
      </p:sp>
    </p:spTree>
    <p:extLst>
      <p:ext uri="{BB962C8B-B14F-4D97-AF65-F5344CB8AC3E}">
        <p14:creationId xmlns:p14="http://schemas.microsoft.com/office/powerpoint/2010/main" val="2175785449"/>
      </p:ext>
    </p:extLst>
  </p:cSld>
  <p:clrMap bg1="lt1" tx1="dk1" bg2="lt2" tx2="dk2" accent1="accent1" accent2="accent2" accent3="accent3" accent4="accent4" accent5="accent5" accent6="accent6" hlink="hlink" folHlink="folHlink"/>
  <p:sldLayoutIdLst>
    <p:sldLayoutId id="2147483940" r:id="rId1"/>
    <p:sldLayoutId id="2147483941" r:id="rId2"/>
    <p:sldLayoutId id="2147483942" r:id="rId3"/>
    <p:sldLayoutId id="2147483943" r:id="rId4"/>
    <p:sldLayoutId id="2147483944" r:id="rId5"/>
    <p:sldLayoutId id="2147483945" r:id="rId6"/>
    <p:sldLayoutId id="2147483946" r:id="rId7"/>
    <p:sldLayoutId id="2147483947" r:id="rId8"/>
    <p:sldLayoutId id="2147483948" r:id="rId9"/>
    <p:sldLayoutId id="2147483949" r:id="rId10"/>
    <p:sldLayoutId id="2147483950" r:id="rId11"/>
    <p:sldLayoutId id="2147483951" r:id="rId12"/>
    <p:sldLayoutId id="2147483952" r:id="rId13"/>
    <p:sldLayoutId id="2147483953" r:id="rId14"/>
  </p:sldLayoutIdLst>
  <p:hf hdr="0" ftr="0" dt="0"/>
  <p:txStyles>
    <p:titleStyle>
      <a:lvl1pPr eaLnBrk="1" hangingPunct="1">
        <a:defRPr kumimoji="1" b="1" i="0" baseline="0">
          <a:latin typeface="Segoe UI" panose="020B0502040204020203" pitchFamily="34" charset="0"/>
          <a:ea typeface="Yu Gothic" panose="020B0400000000000000" pitchFamily="34" charset="-128"/>
          <a:cs typeface="Segoe UI" panose="020B0502040204020203" pitchFamily="34" charset="0"/>
        </a:defRPr>
      </a:lvl1pPr>
    </p:titleStyle>
    <p:bodyStyle>
      <a:lvl1pPr marL="14400" eaLnBrk="1" hangingPunct="1">
        <a:lnSpc>
          <a:spcPct val="130000"/>
        </a:lnSpc>
        <a:spcBef>
          <a:spcPts val="100"/>
        </a:spcBef>
        <a:defRPr kumimoji="1" sz="1600" b="0" i="0" baseline="0">
          <a:latin typeface="Segoe UI" panose="020B0502040204020203" pitchFamily="34" charset="0"/>
          <a:ea typeface="Yu Gothic Medium" panose="020B0400000000000000" pitchFamily="34" charset="-128"/>
          <a:cs typeface="Segoe UI" panose="020B0502040204020203" pitchFamily="34" charset="0"/>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bodyStyle>
    <p:otherStyle>
      <a:lvl1pPr marL="0" eaLnBrk="1" hangingPunct="1">
        <a:defRPr kumimoji="1">
          <a:latin typeface="+mn-lt"/>
          <a:ea typeface="+mn-ea"/>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pos="706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9AFB044-6999-E99E-3557-95E96543CEBF}"/>
              </a:ext>
            </a:extLst>
          </p:cNvPr>
          <p:cNvGraphicFramePr>
            <a:graphicFrameLocks noChangeAspect="1"/>
          </p:cNvGraphicFramePr>
          <p:nvPr>
            <p:custDataLst>
              <p:tags r:id="rId18"/>
            </p:custDataLst>
            <p:extLst>
              <p:ext uri="{D42A27DB-BD31-4B8C-83A1-F6EECF244321}">
                <p14:modId xmlns:p14="http://schemas.microsoft.com/office/powerpoint/2010/main" val="3992233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9" imgW="484" imgH="486" progId="TCLayout.ActiveDocument.1">
                  <p:embed/>
                </p:oleObj>
              </mc:Choice>
              <mc:Fallback>
                <p:oleObj name="think-cellスライド" r:id="rId19" imgW="484" imgH="486" progId="TCLayout.ActiveDocument.1">
                  <p:embed/>
                  <p:pic>
                    <p:nvPicPr>
                      <p:cNvPr id="4" name="think-cell data - do not delete" hidden="1">
                        <a:extLst>
                          <a:ext uri="{FF2B5EF4-FFF2-40B4-BE49-F238E27FC236}">
                            <a16:creationId xmlns:a16="http://schemas.microsoft.com/office/drawing/2014/main" id="{B9AFB044-6999-E99E-3557-95E96543CEBF}"/>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2820A412-44D1-0690-24EE-31C509F39DB5}"/>
              </a:ext>
            </a:extLst>
          </p:cNvPr>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0" y="6375767"/>
            <a:ext cx="12192000" cy="482600"/>
          </a:xfrm>
          <a:prstGeom prst="rect">
            <a:avLst/>
          </a:prstGeom>
        </p:spPr>
      </p:pic>
      <p:sp>
        <p:nvSpPr>
          <p:cNvPr id="2" name="Holder 2"/>
          <p:cNvSpPr>
            <a:spLocks noGrp="1"/>
          </p:cNvSpPr>
          <p:nvPr>
            <p:ph type="title"/>
          </p:nvPr>
        </p:nvSpPr>
        <p:spPr>
          <a:xfrm>
            <a:off x="1373085" y="65673"/>
            <a:ext cx="9446260" cy="711200"/>
          </a:xfrm>
          <a:prstGeom prst="rect">
            <a:avLst/>
          </a:prstGeom>
        </p:spPr>
        <p:txBody>
          <a:bodyPr wrap="square" lIns="0" tIns="0" rIns="0" bIns="0">
            <a:spAutoFit/>
          </a:bodyPr>
          <a:lstStyle>
            <a:lvl1pPr>
              <a:defRPr sz="4500" b="0" i="0">
                <a:solidFill>
                  <a:srgbClr val="005295"/>
                </a:solidFill>
                <a:latin typeface="YuGothicStd-L"/>
                <a:cs typeface="YuGothicStd-L"/>
              </a:defRPr>
            </a:lvl1pPr>
          </a:lstStyle>
          <a:p>
            <a:endParaRPr/>
          </a:p>
        </p:txBody>
      </p:sp>
      <p:sp>
        <p:nvSpPr>
          <p:cNvPr id="3" name="Holder 3"/>
          <p:cNvSpPr>
            <a:spLocks noGrp="1"/>
          </p:cNvSpPr>
          <p:nvPr>
            <p:ph type="body" idx="1"/>
          </p:nvPr>
        </p:nvSpPr>
        <p:spPr>
          <a:xfrm>
            <a:off x="1373085" y="1618919"/>
            <a:ext cx="9446260" cy="286553"/>
          </a:xfrm>
          <a:prstGeom prst="rect">
            <a:avLst/>
          </a:prstGeom>
        </p:spPr>
        <p:txBody>
          <a:bodyPr wrap="square" lIns="0" tIns="0" rIns="0" bIns="0">
            <a:spAutoFit/>
          </a:bodyPr>
          <a:lstStyle>
            <a:lvl1pPr>
              <a:defRPr b="0" i="0">
                <a:solidFill>
                  <a:schemeClr val="tx1"/>
                </a:solidFill>
              </a:defRPr>
            </a:lvl1pPr>
          </a:lstStyle>
          <a:p>
            <a:endParaRPr/>
          </a:p>
        </p:txBody>
      </p:sp>
      <p:sp>
        <p:nvSpPr>
          <p:cNvPr id="7" name="スライド番号">
            <a:extLst>
              <a:ext uri="{FF2B5EF4-FFF2-40B4-BE49-F238E27FC236}">
                <a16:creationId xmlns:a16="http://schemas.microsoft.com/office/drawing/2014/main" id="{F7A32C09-B6B1-2BD1-507E-CC2C24FB92C7}"/>
              </a:ext>
            </a:extLst>
          </p:cNvPr>
          <p:cNvSpPr txBox="1">
            <a:spLocks/>
          </p:cNvSpPr>
          <p:nvPr/>
        </p:nvSpPr>
        <p:spPr>
          <a:xfrm>
            <a:off x="9204960" y="6540123"/>
            <a:ext cx="2743200" cy="153888"/>
          </a:xfrm>
          <a:prstGeom prst="rect">
            <a:avLst/>
          </a:prstGeom>
        </p:spPr>
        <p:txBody>
          <a:bodyPr vert="horz" lIns="91440" tIns="45720" rIns="91440" bIns="45720" rtlCol="0" anchor="ctr"/>
          <a:lstStyle>
            <a:defPPr>
              <a:defRPr kern="0"/>
            </a:defPPr>
            <a:lvl1pPr algn="r">
              <a:defRPr sz="1000" b="0" i="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stStyle>
          <a:p>
            <a:fld id="{F42E2762-5E21-CA47-A210-C83F7DE8B3E4}" type="slidenum">
              <a:rPr kumimoji="1" lang="ja-JP" altLang="en-US" smtClean="0"/>
              <a:t>‹#›</a:t>
            </a:fld>
            <a:endParaRPr kumimoji="1" lang="ja-JP" altLang="en-US"/>
          </a:p>
        </p:txBody>
      </p:sp>
    </p:spTree>
    <p:extLst>
      <p:ext uri="{BB962C8B-B14F-4D97-AF65-F5344CB8AC3E}">
        <p14:creationId xmlns:p14="http://schemas.microsoft.com/office/powerpoint/2010/main" val="2621772657"/>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 id="2147483966" r:id="rId12"/>
    <p:sldLayoutId id="2147483967" r:id="rId13"/>
    <p:sldLayoutId id="2147483968" r:id="rId14"/>
    <p:sldLayoutId id="2147483969" r:id="rId15"/>
    <p:sldLayoutId id="2147483970" r:id="rId16"/>
  </p:sldLayoutIdLst>
  <p:txStyles>
    <p:titleStyle>
      <a:lvl1pPr eaLnBrk="1" hangingPunct="1">
        <a:defRPr kumimoji="1" sz="4500" b="1" i="0" cap="none" baseline="0">
          <a:latin typeface="Segoe UI" panose="020B0502040204020203" pitchFamily="34" charset="0"/>
          <a:ea typeface="Meiryo UI" panose="020B0604030504040204" pitchFamily="34" charset="-128"/>
          <a:cs typeface="+mj-cs"/>
        </a:defRPr>
      </a:lvl1pPr>
    </p:titleStyle>
    <p:bodyStyle>
      <a:lvl1pPr marL="14400" eaLnBrk="1" hangingPunct="1">
        <a:lnSpc>
          <a:spcPct val="130000"/>
        </a:lnSpc>
        <a:spcBef>
          <a:spcPts val="100"/>
        </a:spcBef>
        <a:defRPr kumimoji="1" sz="1600" b="0" i="0" baseline="0">
          <a:latin typeface="Segoe UI" panose="020B0502040204020203" pitchFamily="34" charset="0"/>
          <a:ea typeface="Meiryo UI" panose="020B0604030504040204" pitchFamily="34" charset="-128"/>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bodyStyle>
    <p:otherStyle>
      <a:lvl1pPr marL="0" eaLnBrk="1" hangingPunct="1">
        <a:defRPr kumimoji="1">
          <a:latin typeface="+mn-lt"/>
          <a:ea typeface="+mn-ea"/>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9">
          <p15:clr>
            <a:srgbClr val="F26B43"/>
          </p15:clr>
        </p15:guide>
        <p15:guide id="4" pos="706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3EB74A99-9B29-3EE2-3F8C-B81D1610B39B}"/>
              </a:ext>
            </a:extLst>
          </p:cNvPr>
          <p:cNvGraphicFramePr>
            <a:graphicFrameLocks noChangeAspect="1"/>
          </p:cNvGraphicFramePr>
          <p:nvPr userDrawn="1">
            <p:custDataLst>
              <p:tags r:id="rId15"/>
            </p:custDataLst>
            <p:extLst>
              <p:ext uri="{D42A27DB-BD31-4B8C-83A1-F6EECF244321}">
                <p14:modId xmlns:p14="http://schemas.microsoft.com/office/powerpoint/2010/main" val="7304896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404" imgH="405" progId="TCLayout.ActiveDocument.1">
                  <p:embed/>
                </p:oleObj>
              </mc:Choice>
              <mc:Fallback>
                <p:oleObj name="think-cellスライド" r:id="rId16" imgW="404" imgH="405" progId="TCLayout.ActiveDocument.1">
                  <p:embed/>
                  <p:pic>
                    <p:nvPicPr>
                      <p:cNvPr id="10" name="think-cell data - do not delete" hidden="1">
                        <a:extLst>
                          <a:ext uri="{FF2B5EF4-FFF2-40B4-BE49-F238E27FC236}">
                            <a16:creationId xmlns:a16="http://schemas.microsoft.com/office/drawing/2014/main" id="{3EB74A99-9B29-3EE2-3F8C-B81D1610B39B}"/>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2820A412-44D1-0690-24EE-31C509F39DB5}"/>
              </a:ext>
            </a:extLst>
          </p:cNvPr>
          <p:cNvPicPr>
            <a:picLocks noChangeAspect="1"/>
          </p:cNvPicPr>
          <p:nvPr/>
        </p:nvPicPr>
        <p:blipFill>
          <a:blip r:embed="rId18">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2" name="Holder 2"/>
          <p:cNvSpPr>
            <a:spLocks noGrp="1"/>
          </p:cNvSpPr>
          <p:nvPr>
            <p:ph type="title"/>
          </p:nvPr>
        </p:nvSpPr>
        <p:spPr>
          <a:xfrm>
            <a:off x="1373085" y="65673"/>
            <a:ext cx="9446260" cy="711200"/>
          </a:xfrm>
          <a:prstGeom prst="rect">
            <a:avLst/>
          </a:prstGeom>
        </p:spPr>
        <p:txBody>
          <a:bodyPr wrap="square" lIns="0" tIns="0" rIns="0" bIns="0">
            <a:spAutoFit/>
          </a:bodyPr>
          <a:lstStyle>
            <a:lvl1pPr>
              <a:defRPr sz="4500" b="0" i="0">
                <a:solidFill>
                  <a:srgbClr val="005295"/>
                </a:solidFill>
                <a:latin typeface="YuGothicStd-L"/>
                <a:cs typeface="YuGothicStd-L"/>
              </a:defRPr>
            </a:lvl1pPr>
          </a:lstStyle>
          <a:p>
            <a:endParaRPr/>
          </a:p>
        </p:txBody>
      </p:sp>
      <p:sp>
        <p:nvSpPr>
          <p:cNvPr id="3" name="Holder 3"/>
          <p:cNvSpPr>
            <a:spLocks noGrp="1"/>
          </p:cNvSpPr>
          <p:nvPr>
            <p:ph type="body" idx="1"/>
          </p:nvPr>
        </p:nvSpPr>
        <p:spPr>
          <a:xfrm>
            <a:off x="1373085" y="1618919"/>
            <a:ext cx="9446260" cy="286553"/>
          </a:xfrm>
          <a:prstGeom prst="rect">
            <a:avLst/>
          </a:prstGeom>
        </p:spPr>
        <p:txBody>
          <a:bodyPr wrap="square" lIns="0" tIns="0" rIns="0" bIns="0">
            <a:spAutoFit/>
          </a:bodyPr>
          <a:lstStyle>
            <a:lvl1pPr>
              <a:defRPr b="0" i="0">
                <a:solidFill>
                  <a:schemeClr val="tx1"/>
                </a:solidFill>
              </a:defRPr>
            </a:lvl1pPr>
          </a:lstStyle>
          <a:p>
            <a:endParaRPr/>
          </a:p>
        </p:txBody>
      </p:sp>
      <p:sp>
        <p:nvSpPr>
          <p:cNvPr id="7" name="スライド番号">
            <a:extLst>
              <a:ext uri="{FF2B5EF4-FFF2-40B4-BE49-F238E27FC236}">
                <a16:creationId xmlns:a16="http://schemas.microsoft.com/office/drawing/2014/main" id="{F7A32C09-B6B1-2BD1-507E-CC2C24FB92C7}"/>
              </a:ext>
            </a:extLst>
          </p:cNvPr>
          <p:cNvSpPr txBox="1">
            <a:spLocks/>
          </p:cNvSpPr>
          <p:nvPr/>
        </p:nvSpPr>
        <p:spPr>
          <a:xfrm>
            <a:off x="9204960" y="6540123"/>
            <a:ext cx="2743200" cy="153888"/>
          </a:xfrm>
          <a:prstGeom prst="rect">
            <a:avLst/>
          </a:prstGeom>
        </p:spPr>
        <p:txBody>
          <a:bodyPr vert="horz" lIns="91440" tIns="45720" rIns="91440" bIns="45720" rtlCol="0" anchor="ctr"/>
          <a:lstStyle>
            <a:defPPr>
              <a:defRPr kern="0"/>
            </a:defPPr>
            <a:lvl1pPr algn="r">
              <a:defRPr sz="1000" b="0" i="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stStyle>
          <a:p>
            <a:fld id="{F42E2762-5E21-CA47-A210-C83F7DE8B3E4}" type="slidenum">
              <a:rPr kumimoji="1" lang="ja-JP" altLang="en-US" smtClean="0"/>
              <a:t>‹#›</a:t>
            </a:fld>
            <a:endParaRPr kumimoji="1" lang="ja-JP" altLang="en-US"/>
          </a:p>
        </p:txBody>
      </p:sp>
      <p:sp>
        <p:nvSpPr>
          <p:cNvPr id="4" name="テキスト ボックス 3">
            <a:extLst>
              <a:ext uri="{FF2B5EF4-FFF2-40B4-BE49-F238E27FC236}">
                <a16:creationId xmlns:a16="http://schemas.microsoft.com/office/drawing/2014/main" id="{0CCFD4AA-69CE-0794-9356-D83B25E78D94}"/>
              </a:ext>
            </a:extLst>
          </p:cNvPr>
          <p:cNvSpPr txBox="1"/>
          <p:nvPr/>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pic>
        <p:nvPicPr>
          <p:cNvPr id="6" name="図 5">
            <a:extLst>
              <a:ext uri="{FF2B5EF4-FFF2-40B4-BE49-F238E27FC236}">
                <a16:creationId xmlns:a16="http://schemas.microsoft.com/office/drawing/2014/main" id="{23FE1529-277E-D896-8B6B-EFE61D117570}"/>
              </a:ext>
            </a:extLst>
          </p:cNvPr>
          <p:cNvPicPr>
            <a:picLocks noChangeAspect="1"/>
          </p:cNvPicPr>
          <p:nvPr userDrawn="1"/>
        </p:nvPicPr>
        <p:blipFill>
          <a:blip r:embed="rId18">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8" name="スライド番号">
            <a:extLst>
              <a:ext uri="{FF2B5EF4-FFF2-40B4-BE49-F238E27FC236}">
                <a16:creationId xmlns:a16="http://schemas.microsoft.com/office/drawing/2014/main" id="{6968A190-B3E9-3547-D489-EE5F250E67B3}"/>
              </a:ext>
            </a:extLst>
          </p:cNvPr>
          <p:cNvSpPr txBox="1">
            <a:spLocks/>
          </p:cNvSpPr>
          <p:nvPr userDrawn="1"/>
        </p:nvSpPr>
        <p:spPr>
          <a:xfrm>
            <a:off x="9204960" y="6540123"/>
            <a:ext cx="2743200" cy="153888"/>
          </a:xfrm>
          <a:prstGeom prst="rect">
            <a:avLst/>
          </a:prstGeom>
        </p:spPr>
        <p:txBody>
          <a:bodyPr vert="horz" lIns="91440" tIns="45720" rIns="91440" bIns="45720" rtlCol="0" anchor="ctr"/>
          <a:lstStyle>
            <a:defPPr>
              <a:defRPr kern="0"/>
            </a:defPPr>
            <a:lvl1pPr algn="r">
              <a:defRPr sz="1000" b="0" i="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stStyle>
          <a:p>
            <a:fld id="{F42E2762-5E21-CA47-A210-C83F7DE8B3E4}" type="slidenum">
              <a:rPr kumimoji="1" lang="ja-JP" altLang="en-US" smtClean="0"/>
              <a:t>‹#›</a:t>
            </a:fld>
            <a:endParaRPr kumimoji="1" lang="ja-JP" altLang="en-US"/>
          </a:p>
        </p:txBody>
      </p:sp>
      <p:sp>
        <p:nvSpPr>
          <p:cNvPr id="9" name="テキスト ボックス 8">
            <a:extLst>
              <a:ext uri="{FF2B5EF4-FFF2-40B4-BE49-F238E27FC236}">
                <a16:creationId xmlns:a16="http://schemas.microsoft.com/office/drawing/2014/main" id="{C98D67EA-CEF4-8F39-9478-99F147169FD5}"/>
              </a:ext>
            </a:extLst>
          </p:cNvPr>
          <p:cNvSpPr txBox="1"/>
          <p:nvPr userDrawn="1"/>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spTree>
    <p:extLst>
      <p:ext uri="{BB962C8B-B14F-4D97-AF65-F5344CB8AC3E}">
        <p14:creationId xmlns:p14="http://schemas.microsoft.com/office/powerpoint/2010/main" val="901340097"/>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2" r:id="rId11"/>
    <p:sldLayoutId id="2147483983" r:id="rId12"/>
    <p:sldLayoutId id="2147483984" r:id="rId13"/>
  </p:sldLayoutIdLst>
  <p:hf hdr="0" ftr="0" dt="0"/>
  <p:txStyles>
    <p:titleStyle>
      <a:lvl1pPr eaLnBrk="1" hangingPunct="1">
        <a:defRPr kumimoji="1" sz="4500" b="1" i="0" cap="none" baseline="0">
          <a:latin typeface="Segoe UI" panose="020B0502040204020203" pitchFamily="34" charset="0"/>
          <a:ea typeface="Meiryo UI" panose="020B0604030504040204" pitchFamily="34" charset="-128"/>
          <a:cs typeface="+mj-cs"/>
        </a:defRPr>
      </a:lvl1pPr>
    </p:titleStyle>
    <p:bodyStyle>
      <a:lvl1pPr marL="14400" eaLnBrk="1" hangingPunct="1">
        <a:lnSpc>
          <a:spcPct val="130000"/>
        </a:lnSpc>
        <a:spcBef>
          <a:spcPts val="100"/>
        </a:spcBef>
        <a:defRPr kumimoji="1" sz="1600" b="0" i="0" baseline="0">
          <a:latin typeface="Segoe UI" panose="020B0502040204020203" pitchFamily="34" charset="0"/>
          <a:ea typeface="Meiryo UI" panose="020B0604030504040204" pitchFamily="34" charset="-128"/>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bodyStyle>
    <p:otherStyle>
      <a:lvl1pPr marL="0" eaLnBrk="1" hangingPunct="1">
        <a:defRPr kumimoji="1">
          <a:latin typeface="+mn-lt"/>
          <a:ea typeface="+mn-ea"/>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guide id="7" pos="619">
          <p15:clr>
            <a:srgbClr val="F26B43"/>
          </p15:clr>
        </p15:guide>
        <p15:guide id="8" pos="706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03CB115-6EFF-F09B-61C4-1B04544AA94A}"/>
              </a:ext>
            </a:extLst>
          </p:cNvPr>
          <p:cNvGraphicFramePr>
            <a:graphicFrameLocks noChangeAspect="1"/>
          </p:cNvGraphicFramePr>
          <p:nvPr userDrawn="1">
            <p:custDataLst>
              <p:tags r:id="rId15"/>
            </p:custDataLst>
            <p:extLst>
              <p:ext uri="{D42A27DB-BD31-4B8C-83A1-F6EECF244321}">
                <p14:modId xmlns:p14="http://schemas.microsoft.com/office/powerpoint/2010/main" val="2926125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404" imgH="405" progId="TCLayout.ActiveDocument.1">
                  <p:embed/>
                </p:oleObj>
              </mc:Choice>
              <mc:Fallback>
                <p:oleObj name="think-cellスライド" r:id="rId16" imgW="404" imgH="405" progId="TCLayout.ActiveDocument.1">
                  <p:embed/>
                  <p:pic>
                    <p:nvPicPr>
                      <p:cNvPr id="10" name="think-cell data - do not delete" hidden="1">
                        <a:extLst>
                          <a:ext uri="{FF2B5EF4-FFF2-40B4-BE49-F238E27FC236}">
                            <a16:creationId xmlns:a16="http://schemas.microsoft.com/office/drawing/2014/main" id="{F03CB115-6EFF-F09B-61C4-1B04544AA94A}"/>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pic>
        <p:nvPicPr>
          <p:cNvPr id="5" name="図 4">
            <a:extLst>
              <a:ext uri="{FF2B5EF4-FFF2-40B4-BE49-F238E27FC236}">
                <a16:creationId xmlns:a16="http://schemas.microsoft.com/office/drawing/2014/main" id="{2820A412-44D1-0690-24EE-31C509F39DB5}"/>
              </a:ext>
            </a:extLst>
          </p:cNvPr>
          <p:cNvPicPr>
            <a:picLocks noChangeAspect="1"/>
          </p:cNvPicPr>
          <p:nvPr/>
        </p:nvPicPr>
        <p:blipFill>
          <a:blip r:embed="rId18">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2" name="Holder 2"/>
          <p:cNvSpPr>
            <a:spLocks noGrp="1"/>
          </p:cNvSpPr>
          <p:nvPr>
            <p:ph type="title"/>
          </p:nvPr>
        </p:nvSpPr>
        <p:spPr>
          <a:xfrm>
            <a:off x="1373085" y="65673"/>
            <a:ext cx="9446260" cy="711200"/>
          </a:xfrm>
          <a:prstGeom prst="rect">
            <a:avLst/>
          </a:prstGeom>
        </p:spPr>
        <p:txBody>
          <a:bodyPr wrap="square" lIns="0" tIns="0" rIns="0" bIns="0">
            <a:spAutoFit/>
          </a:bodyPr>
          <a:lstStyle>
            <a:lvl1pPr>
              <a:defRPr sz="4500" b="0" i="0">
                <a:solidFill>
                  <a:srgbClr val="005295"/>
                </a:solidFill>
                <a:latin typeface="YuGothicStd-L"/>
                <a:cs typeface="YuGothicStd-L"/>
              </a:defRPr>
            </a:lvl1pPr>
          </a:lstStyle>
          <a:p>
            <a:endParaRPr/>
          </a:p>
        </p:txBody>
      </p:sp>
      <p:sp>
        <p:nvSpPr>
          <p:cNvPr id="3" name="Holder 3"/>
          <p:cNvSpPr>
            <a:spLocks noGrp="1"/>
          </p:cNvSpPr>
          <p:nvPr>
            <p:ph type="body" idx="1"/>
          </p:nvPr>
        </p:nvSpPr>
        <p:spPr>
          <a:xfrm>
            <a:off x="1373085" y="1618919"/>
            <a:ext cx="9446260" cy="286553"/>
          </a:xfrm>
          <a:prstGeom prst="rect">
            <a:avLst/>
          </a:prstGeom>
        </p:spPr>
        <p:txBody>
          <a:bodyPr wrap="square" lIns="0" tIns="0" rIns="0" bIns="0">
            <a:spAutoFit/>
          </a:bodyPr>
          <a:lstStyle>
            <a:lvl1pPr>
              <a:defRPr b="0" i="0">
                <a:solidFill>
                  <a:schemeClr val="tx1"/>
                </a:solidFill>
              </a:defRPr>
            </a:lvl1pPr>
          </a:lstStyle>
          <a:p>
            <a:endParaRPr/>
          </a:p>
        </p:txBody>
      </p:sp>
      <p:sp>
        <p:nvSpPr>
          <p:cNvPr id="7" name="スライド番号">
            <a:extLst>
              <a:ext uri="{FF2B5EF4-FFF2-40B4-BE49-F238E27FC236}">
                <a16:creationId xmlns:a16="http://schemas.microsoft.com/office/drawing/2014/main" id="{F7A32C09-B6B1-2BD1-507E-CC2C24FB92C7}"/>
              </a:ext>
            </a:extLst>
          </p:cNvPr>
          <p:cNvSpPr txBox="1">
            <a:spLocks/>
          </p:cNvSpPr>
          <p:nvPr/>
        </p:nvSpPr>
        <p:spPr>
          <a:xfrm>
            <a:off x="9204960" y="6540123"/>
            <a:ext cx="2743200" cy="153888"/>
          </a:xfrm>
          <a:prstGeom prst="rect">
            <a:avLst/>
          </a:prstGeom>
        </p:spPr>
        <p:txBody>
          <a:bodyPr vert="horz" lIns="91440" tIns="45720" rIns="91440" bIns="45720" rtlCol="0" anchor="ctr"/>
          <a:lstStyle>
            <a:defPPr>
              <a:defRPr kern="0"/>
            </a:defPPr>
            <a:lvl1pPr algn="r">
              <a:defRPr sz="1000" b="0" i="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stStyle>
          <a:p>
            <a:fld id="{F42E2762-5E21-CA47-A210-C83F7DE8B3E4}" type="slidenum">
              <a:rPr kumimoji="1" lang="ja-JP" altLang="en-US" smtClean="0"/>
              <a:t>‹#›</a:t>
            </a:fld>
            <a:endParaRPr kumimoji="1" lang="ja-JP" altLang="en-US"/>
          </a:p>
        </p:txBody>
      </p:sp>
      <p:sp>
        <p:nvSpPr>
          <p:cNvPr id="4" name="テキスト ボックス 3">
            <a:extLst>
              <a:ext uri="{FF2B5EF4-FFF2-40B4-BE49-F238E27FC236}">
                <a16:creationId xmlns:a16="http://schemas.microsoft.com/office/drawing/2014/main" id="{0CCFD4AA-69CE-0794-9356-D83B25E78D94}"/>
              </a:ext>
            </a:extLst>
          </p:cNvPr>
          <p:cNvSpPr txBox="1"/>
          <p:nvPr/>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pic>
        <p:nvPicPr>
          <p:cNvPr id="6" name="図 5">
            <a:extLst>
              <a:ext uri="{FF2B5EF4-FFF2-40B4-BE49-F238E27FC236}">
                <a16:creationId xmlns:a16="http://schemas.microsoft.com/office/drawing/2014/main" id="{23FE1529-277E-D896-8B6B-EFE61D117570}"/>
              </a:ext>
            </a:extLst>
          </p:cNvPr>
          <p:cNvPicPr>
            <a:picLocks noChangeAspect="1"/>
          </p:cNvPicPr>
          <p:nvPr userDrawn="1"/>
        </p:nvPicPr>
        <p:blipFill>
          <a:blip r:embed="rId18">
            <a:extLst>
              <a:ext uri="{28A0092B-C50C-407E-A947-70E740481C1C}">
                <a14:useLocalDpi xmlns:a14="http://schemas.microsoft.com/office/drawing/2010/main" val="0"/>
              </a:ext>
            </a:extLst>
          </a:blip>
          <a:srcRect/>
          <a:stretch/>
        </p:blipFill>
        <p:spPr>
          <a:xfrm>
            <a:off x="0" y="6375767"/>
            <a:ext cx="12192000" cy="482600"/>
          </a:xfrm>
          <a:prstGeom prst="rect">
            <a:avLst/>
          </a:prstGeom>
        </p:spPr>
      </p:pic>
      <p:sp>
        <p:nvSpPr>
          <p:cNvPr id="8" name="スライド番号">
            <a:extLst>
              <a:ext uri="{FF2B5EF4-FFF2-40B4-BE49-F238E27FC236}">
                <a16:creationId xmlns:a16="http://schemas.microsoft.com/office/drawing/2014/main" id="{6968A190-B3E9-3547-D489-EE5F250E67B3}"/>
              </a:ext>
            </a:extLst>
          </p:cNvPr>
          <p:cNvSpPr txBox="1">
            <a:spLocks/>
          </p:cNvSpPr>
          <p:nvPr userDrawn="1"/>
        </p:nvSpPr>
        <p:spPr>
          <a:xfrm>
            <a:off x="9204960" y="6540123"/>
            <a:ext cx="2743200" cy="153888"/>
          </a:xfrm>
          <a:prstGeom prst="rect">
            <a:avLst/>
          </a:prstGeom>
        </p:spPr>
        <p:txBody>
          <a:bodyPr vert="horz" lIns="91440" tIns="45720" rIns="91440" bIns="45720" rtlCol="0" anchor="ctr"/>
          <a:lstStyle>
            <a:defPPr>
              <a:defRPr kern="0"/>
            </a:defPPr>
            <a:lvl1pPr algn="r">
              <a:defRPr sz="1000" b="0" i="0" baseline="0">
                <a:solidFill>
                  <a:schemeClr val="bg1"/>
                </a:solidFill>
                <a:latin typeface="Segoe UI" panose="020B0502040204020203" pitchFamily="34" charset="0"/>
                <a:ea typeface="Meiryo UI" panose="020B0604030504040204" pitchFamily="50" charset="-128"/>
                <a:cs typeface="Segoe UI" panose="020B0502040204020203" pitchFamily="34" charset="0"/>
              </a:defRPr>
            </a:lvl1pPr>
          </a:lstStyle>
          <a:p>
            <a:fld id="{F42E2762-5E21-CA47-A210-C83F7DE8B3E4}" type="slidenum">
              <a:rPr kumimoji="1" lang="ja-JP" altLang="en-US" smtClean="0"/>
              <a:t>‹#›</a:t>
            </a:fld>
            <a:endParaRPr kumimoji="1" lang="ja-JP" altLang="en-US"/>
          </a:p>
        </p:txBody>
      </p:sp>
      <p:sp>
        <p:nvSpPr>
          <p:cNvPr id="9" name="テキスト ボックス 8">
            <a:extLst>
              <a:ext uri="{FF2B5EF4-FFF2-40B4-BE49-F238E27FC236}">
                <a16:creationId xmlns:a16="http://schemas.microsoft.com/office/drawing/2014/main" id="{C98D67EA-CEF4-8F39-9478-99F147169FD5}"/>
              </a:ext>
            </a:extLst>
          </p:cNvPr>
          <p:cNvSpPr txBox="1"/>
          <p:nvPr userDrawn="1"/>
        </p:nvSpPr>
        <p:spPr>
          <a:xfrm>
            <a:off x="1466602" y="6563205"/>
            <a:ext cx="3380837" cy="107722"/>
          </a:xfrm>
          <a:prstGeom prst="rect">
            <a:avLst/>
          </a:prstGeom>
          <a:noFill/>
        </p:spPr>
        <p:txBody>
          <a:bodyPr wrap="square" lIns="0" tIns="0" rIns="0" bIns="0" rtlCol="0" anchor="ctr" anchorCtr="0">
            <a:spAutoFit/>
          </a:bodyPr>
          <a:lstStyle/>
          <a:p>
            <a:pPr algn="l"/>
            <a:r>
              <a:rPr kumimoji="1" lang="en-US" altLang="ja-JP" sz="700">
                <a:solidFill>
                  <a:schemeClr val="bg1"/>
                </a:solidFill>
                <a:latin typeface="+mn-lt"/>
                <a:ea typeface="+mn-ea"/>
              </a:rPr>
              <a:t>© 2025 Mitsui O.S.K. Lines, Ltd.</a:t>
            </a:r>
            <a:endParaRPr kumimoji="1" lang="ja-JP" altLang="en-US" sz="700">
              <a:solidFill>
                <a:schemeClr val="bg1"/>
              </a:solidFill>
              <a:latin typeface="+mn-lt"/>
              <a:ea typeface="+mn-ea"/>
            </a:endParaRPr>
          </a:p>
        </p:txBody>
      </p:sp>
    </p:spTree>
    <p:extLst>
      <p:ext uri="{BB962C8B-B14F-4D97-AF65-F5344CB8AC3E}">
        <p14:creationId xmlns:p14="http://schemas.microsoft.com/office/powerpoint/2010/main" val="2585336889"/>
      </p:ext>
    </p:extLst>
  </p:cSld>
  <p:clrMap bg1="lt1" tx1="dk1" bg2="lt2" tx2="dk2" accent1="accent1" accent2="accent2" accent3="accent3" accent4="accent4" accent5="accent5" accent6="accent6" hlink="hlink" folHlink="folHlink"/>
  <p:sldLayoutIdLst>
    <p:sldLayoutId id="2147483986" r:id="rId1"/>
    <p:sldLayoutId id="2147483987" r:id="rId2"/>
    <p:sldLayoutId id="2147483988" r:id="rId3"/>
    <p:sldLayoutId id="2147483989" r:id="rId4"/>
    <p:sldLayoutId id="2147483990" r:id="rId5"/>
    <p:sldLayoutId id="2147483991" r:id="rId6"/>
    <p:sldLayoutId id="2147483992" r:id="rId7"/>
    <p:sldLayoutId id="2147483993" r:id="rId8"/>
    <p:sldLayoutId id="2147483994" r:id="rId9"/>
    <p:sldLayoutId id="2147483995" r:id="rId10"/>
    <p:sldLayoutId id="2147483996" r:id="rId11"/>
    <p:sldLayoutId id="2147483997" r:id="rId12"/>
    <p:sldLayoutId id="2147483998" r:id="rId13"/>
  </p:sldLayoutIdLst>
  <p:hf hdr="0" ftr="0" dt="0"/>
  <p:txStyles>
    <p:titleStyle>
      <a:lvl1pPr eaLnBrk="1" hangingPunct="1">
        <a:defRPr kumimoji="1" sz="4500" b="1" i="0" cap="none" baseline="0">
          <a:latin typeface="Segoe UI" panose="020B0502040204020203" pitchFamily="34" charset="0"/>
          <a:ea typeface="Meiryo UI" panose="020B0604030504040204" pitchFamily="34" charset="-128"/>
          <a:cs typeface="+mj-cs"/>
        </a:defRPr>
      </a:lvl1pPr>
    </p:titleStyle>
    <p:bodyStyle>
      <a:lvl1pPr marL="14400" eaLnBrk="1" hangingPunct="1">
        <a:lnSpc>
          <a:spcPct val="130000"/>
        </a:lnSpc>
        <a:spcBef>
          <a:spcPts val="100"/>
        </a:spcBef>
        <a:defRPr kumimoji="1" sz="1600" b="0" i="0" baseline="0">
          <a:latin typeface="Segoe UI" panose="020B0502040204020203" pitchFamily="34" charset="0"/>
          <a:ea typeface="Meiryo UI" panose="020B0604030504040204" pitchFamily="34" charset="-128"/>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bodyStyle>
    <p:otherStyle>
      <a:lvl1pPr marL="0" eaLnBrk="1" hangingPunct="1">
        <a:defRPr kumimoji="1">
          <a:latin typeface="+mn-lt"/>
          <a:ea typeface="+mn-ea"/>
          <a:cs typeface="+mn-cs"/>
        </a:defRPr>
      </a:lvl1pPr>
      <a:lvl2pPr marL="457200" eaLnBrk="1" hangingPunct="1">
        <a:defRPr kumimoji="1">
          <a:latin typeface="+mn-lt"/>
          <a:ea typeface="+mn-ea"/>
          <a:cs typeface="+mn-cs"/>
        </a:defRPr>
      </a:lvl2pPr>
      <a:lvl3pPr marL="914400" eaLnBrk="1" hangingPunct="1">
        <a:defRPr kumimoji="1">
          <a:latin typeface="+mn-lt"/>
          <a:ea typeface="+mn-ea"/>
          <a:cs typeface="+mn-cs"/>
        </a:defRPr>
      </a:lvl3pPr>
      <a:lvl4pPr marL="1371600" eaLnBrk="1" hangingPunct="1">
        <a:defRPr kumimoji="1">
          <a:latin typeface="+mn-lt"/>
          <a:ea typeface="+mn-ea"/>
          <a:cs typeface="+mn-cs"/>
        </a:defRPr>
      </a:lvl4pPr>
      <a:lvl5pPr marL="1828800" eaLnBrk="1" hangingPunct="1">
        <a:defRPr kumimoji="1">
          <a:latin typeface="+mn-lt"/>
          <a:ea typeface="+mn-ea"/>
          <a:cs typeface="+mn-cs"/>
        </a:defRPr>
      </a:lvl5pPr>
      <a:lvl6pPr marL="2286000" eaLnBrk="1" hangingPunct="1">
        <a:defRPr kumimoji="1">
          <a:latin typeface="+mn-lt"/>
          <a:ea typeface="+mn-ea"/>
          <a:cs typeface="+mn-cs"/>
        </a:defRPr>
      </a:lvl6pPr>
      <a:lvl7pPr marL="2743200" eaLnBrk="1" hangingPunct="1">
        <a:defRPr kumimoji="1">
          <a:latin typeface="+mn-lt"/>
          <a:ea typeface="+mn-ea"/>
          <a:cs typeface="+mn-cs"/>
        </a:defRPr>
      </a:lvl7pPr>
      <a:lvl8pPr marL="3200400" eaLnBrk="1" hangingPunct="1">
        <a:defRPr kumimoji="1">
          <a:latin typeface="+mn-lt"/>
          <a:ea typeface="+mn-ea"/>
          <a:cs typeface="+mn-cs"/>
        </a:defRPr>
      </a:lvl8pPr>
      <a:lvl9pPr marL="3657600" eaLnBrk="1" hangingPunct="1">
        <a:defRPr kumimoji="1">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guide id="7" pos="619">
          <p15:clr>
            <a:srgbClr val="F26B43"/>
          </p15:clr>
        </p15:guide>
        <p15:guide id="8" pos="706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6.xml"/><Relationship Id="rId1" Type="http://schemas.openxmlformats.org/officeDocument/2006/relationships/tags" Target="../tags/tag13.xml"/><Relationship Id="rId4" Type="http://schemas.openxmlformats.org/officeDocument/2006/relationships/image" Target="../media/image14.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83.xml"/><Relationship Id="rId1" Type="http://schemas.openxmlformats.org/officeDocument/2006/relationships/tags" Target="../tags/tag14.xml"/><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ECF7A74D-5BAD-5819-F10A-33829D0E9C6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11" name="think-cell data - do not delete" hidden="1">
                        <a:extLst>
                          <a:ext uri="{FF2B5EF4-FFF2-40B4-BE49-F238E27FC236}">
                            <a16:creationId xmlns:a16="http://schemas.microsoft.com/office/drawing/2014/main" id="{ECF7A74D-5BAD-5819-F10A-33829D0E9C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テキスト プレースホルダー 5">
            <a:extLst>
              <a:ext uri="{FF2B5EF4-FFF2-40B4-BE49-F238E27FC236}">
                <a16:creationId xmlns:a16="http://schemas.microsoft.com/office/drawing/2014/main" id="{9E57B706-B74C-BAAD-80C7-B0F69B41DCEF}"/>
              </a:ext>
            </a:extLst>
          </p:cNvPr>
          <p:cNvSpPr>
            <a:spLocks noGrp="1"/>
          </p:cNvSpPr>
          <p:nvPr>
            <p:ph type="body" sz="quarter" idx="13"/>
          </p:nvPr>
        </p:nvSpPr>
        <p:spPr>
          <a:xfrm>
            <a:off x="1533242" y="1380042"/>
            <a:ext cx="10658757" cy="297902"/>
          </a:xfrm>
        </p:spPr>
        <p:txBody>
          <a:bodyPr/>
          <a:lstStyle/>
          <a:p>
            <a:pPr algn="l"/>
            <a:r>
              <a:rPr lang="ja-JP" altLang="en-US"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担当役員：杉山</a:t>
            </a:r>
            <a:r>
              <a:rPr lang="en-US" altLang="ja-JP"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MEO</a:t>
            </a:r>
            <a:r>
              <a:rPr lang="ja-JP" altLang="en-US"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、菊地</a:t>
            </a:r>
            <a:r>
              <a:rPr lang="en-US" altLang="ja-JP"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GEO</a:t>
            </a:r>
            <a:endParaRPr lang="ja-JP" altLang="en-US"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endParaRPr>
          </a:p>
        </p:txBody>
      </p:sp>
      <p:sp>
        <p:nvSpPr>
          <p:cNvPr id="5" name="テキスト プレースホルダー 4">
            <a:extLst>
              <a:ext uri="{FF2B5EF4-FFF2-40B4-BE49-F238E27FC236}">
                <a16:creationId xmlns:a16="http://schemas.microsoft.com/office/drawing/2014/main" id="{37200EFD-F97D-D86F-AC06-6A1707EB93B3}"/>
              </a:ext>
            </a:extLst>
          </p:cNvPr>
          <p:cNvSpPr>
            <a:spLocks noGrp="1"/>
          </p:cNvSpPr>
          <p:nvPr>
            <p:ph type="body" sz="quarter" idx="12"/>
          </p:nvPr>
        </p:nvSpPr>
        <p:spPr>
          <a:xfrm>
            <a:off x="1684562" y="3576828"/>
            <a:ext cx="10507437" cy="630814"/>
          </a:xfrm>
        </p:spPr>
        <p:txBody>
          <a:bodyPr/>
          <a:lstStyle/>
          <a:p>
            <a:pPr algn="l"/>
            <a:r>
              <a:rPr lang="ja-JP" altLang="en-US"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コーポレート</a:t>
            </a:r>
            <a:r>
              <a:rPr lang="en-US" altLang="ja-JP"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a:t>
            </a:r>
            <a:r>
              <a:rPr lang="ja-JP" altLang="en-US"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事業</a:t>
            </a:r>
            <a:r>
              <a:rPr lang="en-US" altLang="ja-JP"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a:t>
            </a:r>
            <a:r>
              <a:rPr lang="ja-JP" altLang="en-US"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地域：</a:t>
            </a:r>
            <a:endParaRPr lang="en-US" altLang="ja-JP"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endParaRPr>
          </a:p>
          <a:p>
            <a:pPr algn="l"/>
            <a:r>
              <a:rPr lang="ja-JP" altLang="en-US"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オフショア事業Ｘ風力事業 </a:t>
            </a:r>
            <a:r>
              <a:rPr lang="en-US" altLang="ja-JP"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rPr>
              <a:t>X MOLMAT</a:t>
            </a:r>
            <a:endParaRPr lang="ja-JP" altLang="en-US" sz="1600" dirty="0">
              <a:effectLst>
                <a:outerShdw blurRad="38100" dist="38100" dir="2700000" algn="tl">
                  <a:srgbClr val="000000">
                    <a:alpha val="43137"/>
                  </a:srgbClr>
                </a:outerShdw>
              </a:effectLst>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02CFBB71-1386-1D60-C973-40FFF5F9DABA}"/>
              </a:ext>
            </a:extLst>
          </p:cNvPr>
          <p:cNvSpPr>
            <a:spLocks noGrp="1"/>
          </p:cNvSpPr>
          <p:nvPr>
            <p:ph type="title"/>
          </p:nvPr>
        </p:nvSpPr>
        <p:spPr/>
        <p:txBody>
          <a:bodyPr vert="horz"/>
          <a:lstStyle/>
          <a:p>
            <a:r>
              <a:rPr kumimoji="1" lang="en-US" altLang="ja-JP" dirty="0">
                <a:latin typeface="游ゴシック" panose="020B0400000000000000" pitchFamily="50" charset="-128"/>
                <a:ea typeface="游ゴシック" panose="020B0400000000000000" pitchFamily="50" charset="-128"/>
              </a:rPr>
              <a:t>BA2035 Phase2</a:t>
            </a:r>
            <a:br>
              <a:rPr kumimoji="1" lang="en-US" altLang="ja-JP" dirty="0">
                <a:latin typeface="游ゴシック" panose="020B0400000000000000" pitchFamily="50" charset="-128"/>
                <a:ea typeface="游ゴシック" panose="020B0400000000000000" pitchFamily="50" charset="-128"/>
              </a:rPr>
            </a:br>
            <a:r>
              <a:rPr kumimoji="1" lang="ja-JP" altLang="en-US" dirty="0">
                <a:latin typeface="游ゴシック" panose="020B0400000000000000" pitchFamily="50" charset="-128"/>
                <a:ea typeface="游ゴシック" panose="020B0400000000000000" pitchFamily="50" charset="-128"/>
              </a:rPr>
              <a:t>事業間協業戦略</a:t>
            </a:r>
            <a:endParaRPr kumimoji="1" lang="ja-JP" altLang="en-US" dirty="0"/>
          </a:p>
        </p:txBody>
      </p:sp>
      <p:sp>
        <p:nvSpPr>
          <p:cNvPr id="3" name="正方形/長方形 2">
            <a:extLst>
              <a:ext uri="{FF2B5EF4-FFF2-40B4-BE49-F238E27FC236}">
                <a16:creationId xmlns:a16="http://schemas.microsoft.com/office/drawing/2014/main" id="{8CA07CAD-FA2E-B743-A4BA-8DD78BAF5989}"/>
              </a:ext>
            </a:extLst>
          </p:cNvPr>
          <p:cNvSpPr/>
          <p:nvPr/>
        </p:nvSpPr>
        <p:spPr>
          <a:xfrm>
            <a:off x="6096000" y="2422440"/>
            <a:ext cx="5760000"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kumimoji="1" lang="ja-JP" altLang="en-US" b="1" dirty="0">
                <a:latin typeface="游ゴシック" panose="020B0400000000000000" pitchFamily="50" charset="-128"/>
                <a:ea typeface="游ゴシック" panose="020B0400000000000000" pitchFamily="50" charset="-128"/>
              </a:rPr>
              <a:t>特殊船</a:t>
            </a:r>
            <a:r>
              <a:rPr kumimoji="1" lang="en-US" altLang="ja-JP" b="1" dirty="0">
                <a:latin typeface="游ゴシック" panose="020B0400000000000000" pitchFamily="50" charset="-128"/>
                <a:ea typeface="游ゴシック" panose="020B0400000000000000" pitchFamily="50" charset="-128"/>
              </a:rPr>
              <a:t>(</a:t>
            </a:r>
            <a:r>
              <a:rPr kumimoji="1" lang="ja-JP" altLang="en-US" b="1" dirty="0">
                <a:latin typeface="游ゴシック" panose="020B0400000000000000" pitchFamily="50" charset="-128"/>
                <a:ea typeface="游ゴシック" panose="020B0400000000000000" pitchFamily="50" charset="-128"/>
              </a:rPr>
              <a:t>ケーブル船、調査研究船、その他作業船</a:t>
            </a:r>
            <a:r>
              <a:rPr kumimoji="1" lang="en-US" altLang="ja-JP" b="1" dirty="0">
                <a:latin typeface="游ゴシック" panose="020B0400000000000000" pitchFamily="50" charset="-128"/>
                <a:ea typeface="游ゴシック" panose="020B0400000000000000" pitchFamily="50" charset="-128"/>
              </a:rPr>
              <a:t>)</a:t>
            </a:r>
            <a:r>
              <a:rPr kumimoji="1" lang="ja-JP" altLang="en-US" b="1" dirty="0">
                <a:latin typeface="游ゴシック" panose="020B0400000000000000" pitchFamily="50" charset="-128"/>
                <a:ea typeface="游ゴシック" panose="020B0400000000000000" pitchFamily="50" charset="-128"/>
              </a:rPr>
              <a:t>の</a:t>
            </a:r>
            <a:r>
              <a:rPr kumimoji="1" lang="en-US" altLang="ja-JP" b="1" dirty="0">
                <a:latin typeface="游ゴシック" panose="020B0400000000000000" pitchFamily="50" charset="-128"/>
                <a:ea typeface="游ゴシック" panose="020B0400000000000000" pitchFamily="50" charset="-128"/>
              </a:rPr>
              <a:t>E2E</a:t>
            </a:r>
            <a:r>
              <a:rPr kumimoji="1" lang="ja-JP" altLang="en-US" b="1" dirty="0">
                <a:latin typeface="游ゴシック" panose="020B0400000000000000" pitchFamily="50" charset="-128"/>
                <a:ea typeface="游ゴシック" panose="020B0400000000000000" pitchFamily="50" charset="-128"/>
              </a:rPr>
              <a:t>ソリューション提供モデル</a:t>
            </a:r>
          </a:p>
        </p:txBody>
      </p:sp>
    </p:spTree>
    <p:extLst>
      <p:ext uri="{BB962C8B-B14F-4D97-AF65-F5344CB8AC3E}">
        <p14:creationId xmlns:p14="http://schemas.microsoft.com/office/powerpoint/2010/main" val="900155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F9224-AA43-A25D-21EE-C9DB073093A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F0CF234-0191-4D76-5410-DA1495FE8BB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5" name="think-cell data - do not delete" hidden="1">
                        <a:extLst>
                          <a:ext uri="{FF2B5EF4-FFF2-40B4-BE49-F238E27FC236}">
                            <a16:creationId xmlns:a16="http://schemas.microsoft.com/office/drawing/2014/main" id="{FF0CF234-0191-4D76-5410-DA1495FE8BB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63F09556-180F-0BC6-E616-7702C4D5197B}"/>
              </a:ext>
            </a:extLst>
          </p:cNvPr>
          <p:cNvSpPr>
            <a:spLocks noGrp="1"/>
          </p:cNvSpPr>
          <p:nvPr>
            <p:ph type="title"/>
          </p:nvPr>
        </p:nvSpPr>
        <p:spPr>
          <a:xfrm>
            <a:off x="257175" y="179230"/>
            <a:ext cx="10922091" cy="323165"/>
          </a:xfrm>
        </p:spPr>
        <p:txBody>
          <a:bodyPr vert="horz"/>
          <a:lstStyle/>
          <a:p>
            <a:r>
              <a:rPr lang="ja-JP" altLang="en-US" sz="2000" dirty="0">
                <a:latin typeface="游ゴシック" panose="020B0400000000000000" pitchFamily="50" charset="-128"/>
                <a:ea typeface="游ゴシック" panose="020B0400000000000000" pitchFamily="50" charset="-128"/>
              </a:rPr>
              <a:t>特殊</a:t>
            </a:r>
            <a:r>
              <a:rPr kumimoji="1" lang="ja-JP" altLang="en-US" sz="2000" dirty="0">
                <a:latin typeface="游ゴシック" panose="020B0400000000000000" pitchFamily="50" charset="-128"/>
                <a:ea typeface="游ゴシック" panose="020B0400000000000000" pitchFamily="50" charset="-128"/>
              </a:rPr>
              <a:t>船（ケーブル船、調査研究船、その他作業船）の</a:t>
            </a:r>
            <a:r>
              <a:rPr kumimoji="1" lang="en-US" altLang="ja-JP" sz="2000" dirty="0">
                <a:latin typeface="游ゴシック" panose="020B0400000000000000" pitchFamily="50" charset="-128"/>
                <a:ea typeface="游ゴシック" panose="020B0400000000000000" pitchFamily="50" charset="-128"/>
              </a:rPr>
              <a:t>E2E</a:t>
            </a:r>
            <a:r>
              <a:rPr kumimoji="1" lang="ja-JP" altLang="en-US" sz="2000" dirty="0">
                <a:latin typeface="游ゴシック" panose="020B0400000000000000" pitchFamily="50" charset="-128"/>
                <a:ea typeface="游ゴシック" panose="020B0400000000000000" pitchFamily="50" charset="-128"/>
              </a:rPr>
              <a:t>ソリューション提供モデル</a:t>
            </a:r>
          </a:p>
        </p:txBody>
      </p:sp>
      <p:sp>
        <p:nvSpPr>
          <p:cNvPr id="24" name="正方形/長方形 23">
            <a:extLst>
              <a:ext uri="{FF2B5EF4-FFF2-40B4-BE49-F238E27FC236}">
                <a16:creationId xmlns:a16="http://schemas.microsoft.com/office/drawing/2014/main" id="{26EDDAC4-6150-414E-C3C0-85006013CFB1}"/>
              </a:ext>
            </a:extLst>
          </p:cNvPr>
          <p:cNvSpPr/>
          <p:nvPr/>
        </p:nvSpPr>
        <p:spPr>
          <a:xfrm>
            <a:off x="721483" y="1294477"/>
            <a:ext cx="10317992" cy="1313232"/>
          </a:xfrm>
          <a:prstGeom prst="rect">
            <a:avLst/>
          </a:prstGeom>
          <a:noFill/>
          <a:ln w="19050" cap="flat" cmpd="sng" algn="ctr">
            <a:solidFill>
              <a:srgbClr val="44546A"/>
            </a:solidFill>
            <a:prstDash val="solid"/>
          </a:ln>
          <a:effectLst/>
        </p:spPr>
        <p:txBody>
          <a:bodyPr rtlCol="0" anchor="t"/>
          <a:lstStyle/>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MOL</a:t>
            </a:r>
            <a:r>
              <a:rPr kumimoji="1" lang="ja-JP" altLang="en-US"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本社（オフショア事業ユニット、風力事業ユニット）のネットワーク・信用力・資本力、</a:t>
            </a:r>
            <a:r>
              <a:rPr kumimoji="1" lang="en-US" altLang="ja-JP"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MOLMAT</a:t>
            </a:r>
            <a:r>
              <a:rPr kumimoji="1" lang="ja-JP" altLang="en-US"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の建造から竣工後の船舶管理、運航・観測支援などのシームレスな海事ソリューション、</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rPr>
              <a:t>及び地域組織（</a:t>
            </a: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rPr>
              <a:t>MOLAO</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rPr>
              <a:t>）のネットワーク</a:t>
            </a:r>
            <a:r>
              <a:rPr kumimoji="1" lang="ja-JP" altLang="en-US"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を融合し、新規の通信／電力ケーブル敷設</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a:t>
            </a:r>
            <a:r>
              <a:rPr kumimoji="1" lang="ja-JP" altLang="en-US"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メンテナンス船、洋上風力関連作業船、「しらせ」後継などの調査研究船の契約獲得を目指す。</a:t>
            </a:r>
            <a:endParaRPr kumimoji="1" lang="en-US" altLang="ja-JP"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a:p>
            <a:pPr marL="171450" indent="-171450" algn="l">
              <a:buFont typeface="Arial" panose="020B0604020202020204" pitchFamily="34" charset="0"/>
              <a:buChar char="•"/>
              <a:defRPr/>
            </a:pP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rPr>
              <a:t>一般的に通信ケーブル船と電力ケーブル船ではプレーヤーが異なる事が多い業界だが、通信・電力の両方に取り組む当社グループとして、新造ケーブル船の通信・電力の共用化の検討や、当社参画・管理の通信ケーブル船・電力ケーブル船の一体管理体制構築を通じて、当社ケーブル船船隊の競争力強化を模索する。</a:t>
            </a:r>
            <a:endPar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endParaRPr>
          </a:p>
          <a:p>
            <a:pPr marL="171450" indent="-171450" algn="l">
              <a:buFont typeface="Arial" panose="020B0604020202020204" pitchFamily="34" charset="0"/>
              <a:buChar char="•"/>
              <a:defRPr/>
            </a:pP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rPr>
              <a:t>洋上風力とオフショア石油・ガス市場を両睨みし、両市場で利用可能な作業船の整備・需給に応じた配船を通じて、収益力の強化・市況リスクの低減を模索する。</a:t>
            </a: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05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p:txBody>
      </p:sp>
      <p:sp>
        <p:nvSpPr>
          <p:cNvPr id="26" name="正方形/長方形 25">
            <a:extLst>
              <a:ext uri="{FF2B5EF4-FFF2-40B4-BE49-F238E27FC236}">
                <a16:creationId xmlns:a16="http://schemas.microsoft.com/office/drawing/2014/main" id="{533D18D0-0B1D-287F-F797-175E3DA674A2}"/>
              </a:ext>
            </a:extLst>
          </p:cNvPr>
          <p:cNvSpPr/>
          <p:nvPr/>
        </p:nvSpPr>
        <p:spPr>
          <a:xfrm rot="16200000">
            <a:off x="3409168" y="-1669952"/>
            <a:ext cx="276634" cy="5652000"/>
          </a:xfrm>
          <a:prstGeom prst="rect">
            <a:avLst/>
          </a:prstGeom>
          <a:solidFill>
            <a:sysClr val="window" lastClr="FFFFFF">
              <a:lumMod val="85000"/>
            </a:sysClr>
          </a:solidFill>
          <a:ln w="19050" cap="flat" cmpd="sng" algn="ctr">
            <a:solidFill>
              <a:srgbClr val="44546A"/>
            </a:solidFill>
            <a:prstDash val="solid"/>
          </a:ln>
          <a:effectLst/>
        </p:spPr>
        <p:txBody>
          <a:bodyPr vert="eaVert"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ja-JP" altLang="en-US" sz="1400" b="1" dirty="0">
                <a:solidFill>
                  <a:prstClr val="black"/>
                </a:solidFill>
                <a:latin typeface="游ゴシック" panose="020B0400000000000000" pitchFamily="50" charset="-128"/>
                <a:ea typeface="游ゴシック" panose="020B0400000000000000" pitchFamily="50" charset="-128"/>
                <a:cs typeface="+mn-cs"/>
              </a:rPr>
              <a:t>事業間の相乗効果</a:t>
            </a:r>
            <a:r>
              <a:rPr kumimoji="1" lang="ja-JP" altLang="en-US" sz="1400" b="1" i="0" u="none" strike="noStrike" kern="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（収益力の強化・コスト低減）</a:t>
            </a:r>
          </a:p>
        </p:txBody>
      </p:sp>
      <p:sp>
        <p:nvSpPr>
          <p:cNvPr id="2" name="タイトル 2">
            <a:extLst>
              <a:ext uri="{FF2B5EF4-FFF2-40B4-BE49-F238E27FC236}">
                <a16:creationId xmlns:a16="http://schemas.microsoft.com/office/drawing/2014/main" id="{EC889FE0-3A19-294E-193F-36B2C22C8D7D}"/>
              </a:ext>
            </a:extLst>
          </p:cNvPr>
          <p:cNvSpPr txBox="1">
            <a:spLocks/>
          </p:cNvSpPr>
          <p:nvPr/>
        </p:nvSpPr>
        <p:spPr>
          <a:xfrm>
            <a:off x="754843" y="613301"/>
            <a:ext cx="10969882" cy="323165"/>
          </a:xfrm>
          <a:prstGeom prst="rect">
            <a:avLst/>
          </a:prstGeom>
        </p:spPr>
        <p:txBody>
          <a:bodyPr vert="horz" wrap="square" lIns="0" tIns="0" rIns="0" bIns="0">
            <a:noAutofit/>
          </a:bodyPr>
          <a:lstStyle>
            <a:lvl1pPr eaLnBrk="1" hangingPunct="1">
              <a:defRPr kumimoji="1" sz="2100" b="1" i="0" cap="none" spc="0" baseline="0">
                <a:solidFill>
                  <a:srgbClr val="005295"/>
                </a:solidFill>
                <a:latin typeface="Segoe UI" panose="020B0502040204020203" pitchFamily="34" charset="0"/>
                <a:ea typeface="Meiryo UI" panose="020B0604030504040204" pitchFamily="34" charset="-128"/>
                <a:cs typeface="YuGothicStd-L"/>
              </a:defRPr>
            </a:lvl1pPr>
          </a:lstStyle>
          <a:p>
            <a:pPr marL="0" marR="0" lvl="0" indent="0" defTabSz="914400" eaLnBrk="1" fontAlgn="auto" latinLnBrk="0" hangingPunct="1">
              <a:lnSpc>
                <a:spcPct val="100000"/>
              </a:lnSpc>
              <a:spcBef>
                <a:spcPts val="0"/>
              </a:spcBef>
              <a:spcAft>
                <a:spcPts val="0"/>
              </a:spcAft>
              <a:buClrTx/>
              <a:buSzTx/>
              <a:buFontTx/>
              <a:buNone/>
              <a:tabLst/>
              <a:defRPr/>
            </a:pPr>
            <a:r>
              <a:rPr kumimoji="1" lang="ja-JP" altLang="en-US" sz="1400" b="1" i="0" u="none" strike="noStrike" kern="0" cap="none" spc="0" normalizeH="0" baseline="0" noProof="0" dirty="0">
                <a:ln>
                  <a:noFill/>
                </a:ln>
                <a:solidFill>
                  <a:srgbClr val="00A0DC"/>
                </a:solidFill>
                <a:effectLst/>
                <a:uLnTx/>
                <a:uFillTx/>
                <a:latin typeface="游ゴシック" panose="020B0400000000000000" pitchFamily="50" charset="-128"/>
                <a:ea typeface="游ゴシック" panose="020B0400000000000000" pitchFamily="50" charset="-128"/>
              </a:rPr>
              <a:t>事業単位を超え、部門・グループ横断的に協業・役割分担する事で収益力を高める事業モデル</a:t>
            </a:r>
            <a:endParaRPr kumimoji="1" lang="en-US" altLang="ja-JP" sz="1400" b="1" i="0" u="none" strike="noStrike" kern="0" cap="none" spc="0" normalizeH="0" baseline="0" noProof="0" dirty="0">
              <a:ln>
                <a:noFill/>
              </a:ln>
              <a:solidFill>
                <a:srgbClr val="00A0DC"/>
              </a:solidFill>
              <a:effectLst/>
              <a:uLnTx/>
              <a:uFillTx/>
              <a:latin typeface="游ゴシック" panose="020B0400000000000000" pitchFamily="50" charset="-128"/>
              <a:ea typeface="游ゴシック" panose="020B0400000000000000" pitchFamily="50" charset="-128"/>
            </a:endParaRPr>
          </a:p>
        </p:txBody>
      </p:sp>
      <p:sp>
        <p:nvSpPr>
          <p:cNvPr id="8" name="正方形/長方形 7">
            <a:extLst>
              <a:ext uri="{FF2B5EF4-FFF2-40B4-BE49-F238E27FC236}">
                <a16:creationId xmlns:a16="http://schemas.microsoft.com/office/drawing/2014/main" id="{161EFCB2-A77B-E07E-943E-A6A24189B7D0}"/>
              </a:ext>
            </a:extLst>
          </p:cNvPr>
          <p:cNvSpPr/>
          <p:nvPr/>
        </p:nvSpPr>
        <p:spPr>
          <a:xfrm>
            <a:off x="721104" y="4873877"/>
            <a:ext cx="10317992" cy="1457134"/>
          </a:xfrm>
          <a:prstGeom prst="rect">
            <a:avLst/>
          </a:prstGeom>
          <a:noFill/>
          <a:ln w="19050" cap="flat" cmpd="sng" algn="ctr">
            <a:solidFill>
              <a:srgbClr val="44546A"/>
            </a:solidFill>
            <a:prstDash val="solid"/>
          </a:ln>
          <a:effectLst/>
        </p:spPr>
        <p:txBody>
          <a:bodyPr rtlCol="0" anchor="t"/>
          <a:lstStyle/>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各組織が以下の役割を担い、継続的に情報交換・連携する。</a:t>
            </a:r>
            <a:endPar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endParaRPr>
          </a:p>
          <a:p>
            <a:pPr marR="0" lvl="0" algn="l" defTabSz="914400" eaLnBrk="1" fontAlgn="auto" latinLnBrk="0" hangingPunct="1">
              <a:lnSpc>
                <a:spcPct val="100000"/>
              </a:lnSpc>
              <a:spcBef>
                <a:spcPts val="0"/>
              </a:spcBef>
              <a:spcAft>
                <a:spcPts val="0"/>
              </a:spcAft>
              <a:buClrTx/>
              <a:buSzTx/>
              <a:tabLst/>
              <a:defRPr/>
            </a:pPr>
            <a:endParaRPr kumimoji="1" lang="en-US" altLang="ja-JP" sz="1100" b="0" i="0" u="none" kern="0" cap="none" spc="0" normalizeH="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1" lang="ja-JP" altLang="en-US" sz="1100" b="0" i="0" u="none" kern="0" cap="none" spc="0" normalizeH="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オフショア事業ユニット：通信ケーブル船事業に係わる営業・事業開拓、オフショア</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石油・ガス需要を中心としたオフショア支援船事業</a:t>
            </a:r>
            <a:endParaRPr kumimoji="1" lang="en-US" altLang="ja-JP" sz="1100" b="0" i="0" u="none" kern="0" cap="none" spc="0" normalizeH="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風力事業ユニット：電力ケーブル船事業に係わる営業・事業開拓、洋上風力需要を中心とした洋上風力支援船事業</a:t>
            </a:r>
            <a:endPar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1" lang="en-US" altLang="ja-JP" sz="1100" b="0" i="0" u="none" kern="0" cap="none" spc="0" normalizeH="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MOLMAT</a:t>
            </a:r>
            <a:r>
              <a:rPr kumimoji="1" lang="ja-JP" altLang="en-US" sz="1100" b="0" i="0" u="none" kern="0" cap="none" spc="0" normalizeH="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：特殊船の建造管理や船舶・運航管理に関するスーパーバイズ・アドバイスの提供</a:t>
            </a:r>
            <a:endParaRPr kumimoji="1" lang="en-US" altLang="ja-JP" sz="1100" b="0" i="0" u="none" kern="0" cap="none" spc="0" normalizeH="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a:p>
            <a:pPr marL="171450" lvl="2" indent="-171450" algn="l">
              <a:buFont typeface="Wingdings" panose="05000000000000000000" pitchFamily="2" charset="2"/>
              <a:buChar char="u"/>
              <a:defRPr/>
            </a:pP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rPr>
              <a:t>MOLAO</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a:t>
            </a: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rPr>
              <a:t>GAF(A)M</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を中心とした海外企業によるアジア・太平洋域の通信ケーブル（船</a:t>
            </a:r>
            <a:r>
              <a:rPr kumimoji="1" lang="ja-JP" altLang="en-US" sz="1100">
                <a:solidFill>
                  <a:schemeClr val="tx1">
                    <a:lumMod val="50000"/>
                  </a:schemeClr>
                </a:solidFill>
                <a:latin typeface="游ゴシック" panose="020B0400000000000000" pitchFamily="50" charset="-128"/>
                <a:ea typeface="游ゴシック" panose="020B0400000000000000" pitchFamily="50" charset="-128"/>
                <a:cs typeface="+mn-cs"/>
              </a:rPr>
              <a:t>）需要</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等を</a:t>
            </a:r>
            <a:r>
              <a:rPr kumimoji="1" lang="ja-JP" altLang="en-US" sz="1100">
                <a:solidFill>
                  <a:schemeClr val="tx1">
                    <a:lumMod val="50000"/>
                  </a:schemeClr>
                </a:solidFill>
                <a:latin typeface="游ゴシック" panose="020B0400000000000000" pitchFamily="50" charset="-128"/>
                <a:ea typeface="游ゴシック" panose="020B0400000000000000" pitchFamily="50" charset="-128"/>
                <a:cs typeface="+mn-cs"/>
              </a:rPr>
              <a:t>捉える</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営業・事業開拓活動</a:t>
            </a:r>
            <a:endPar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endParaRPr>
          </a:p>
          <a:p>
            <a:pPr marL="171450" lvl="2" indent="-171450" algn="l">
              <a:buFont typeface="Wingdings" panose="05000000000000000000" pitchFamily="2" charset="2"/>
              <a:buChar char="u"/>
              <a:defRPr/>
            </a:pPr>
            <a:r>
              <a:rPr kumimoji="1" lang="en-US" altLang="ja-JP" sz="1100" b="0" i="0" u="none" kern="0" cap="none" spc="0" normalizeH="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MOLEA</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rPr>
              <a:t>：</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欧州船主との共有、プール組成、営業活動</a:t>
            </a:r>
            <a:endParaRPr kumimoji="1" lang="ja-JP" altLang="en-US" sz="1100" b="0" i="0" u="none" kern="0" cap="none" spc="0" normalizeH="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p:txBody>
      </p:sp>
      <p:sp>
        <p:nvSpPr>
          <p:cNvPr id="10" name="正方形/長方形 9">
            <a:extLst>
              <a:ext uri="{FF2B5EF4-FFF2-40B4-BE49-F238E27FC236}">
                <a16:creationId xmlns:a16="http://schemas.microsoft.com/office/drawing/2014/main" id="{4FA45173-FD52-A7D0-3884-7789BC02181E}"/>
              </a:ext>
            </a:extLst>
          </p:cNvPr>
          <p:cNvSpPr/>
          <p:nvPr/>
        </p:nvSpPr>
        <p:spPr>
          <a:xfrm rot="16200000">
            <a:off x="3408787" y="1909560"/>
            <a:ext cx="276635" cy="5652000"/>
          </a:xfrm>
          <a:prstGeom prst="rect">
            <a:avLst/>
          </a:prstGeom>
          <a:solidFill>
            <a:sysClr val="window" lastClr="FFFFFF">
              <a:lumMod val="85000"/>
            </a:sysClr>
          </a:solidFill>
          <a:ln w="19050" cap="flat" cmpd="sng" algn="ctr">
            <a:solidFill>
              <a:srgbClr val="44546A"/>
            </a:solidFill>
            <a:prstDash val="solid"/>
          </a:ln>
          <a:effectLst/>
        </p:spPr>
        <p:txBody>
          <a:bodyPr vert="eaVert"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ja-JP" altLang="en-US" sz="1400" b="1" dirty="0">
                <a:solidFill>
                  <a:prstClr val="black"/>
                </a:solidFill>
                <a:latin typeface="游ゴシック" panose="020B0400000000000000" pitchFamily="50" charset="-128"/>
                <a:ea typeface="游ゴシック" panose="020B0400000000000000" pitchFamily="50" charset="-128"/>
                <a:cs typeface="+mn-cs"/>
              </a:rPr>
              <a:t>組織体制（各事業・地域部門に期待される役割）</a:t>
            </a:r>
            <a:endParaRPr kumimoji="1" lang="ja-JP" altLang="en-US" sz="1400" b="1" i="0" u="none" strike="noStrike" kern="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endParaRPr>
          </a:p>
        </p:txBody>
      </p:sp>
      <p:sp>
        <p:nvSpPr>
          <p:cNvPr id="4" name="正方形/長方形 3">
            <a:extLst>
              <a:ext uri="{FF2B5EF4-FFF2-40B4-BE49-F238E27FC236}">
                <a16:creationId xmlns:a16="http://schemas.microsoft.com/office/drawing/2014/main" id="{32E95489-6D7E-1DF2-F144-A5686C920371}"/>
              </a:ext>
            </a:extLst>
          </p:cNvPr>
          <p:cNvSpPr/>
          <p:nvPr/>
        </p:nvSpPr>
        <p:spPr>
          <a:xfrm>
            <a:off x="721104" y="3011109"/>
            <a:ext cx="10317992" cy="1457134"/>
          </a:xfrm>
          <a:prstGeom prst="rect">
            <a:avLst/>
          </a:prstGeom>
          <a:noFill/>
          <a:ln w="19050" cap="flat" cmpd="sng" algn="ctr">
            <a:solidFill>
              <a:srgbClr val="44546A"/>
            </a:solidFill>
            <a:prstDash val="solid"/>
          </a:ln>
          <a:effectLst/>
        </p:spPr>
        <p:txBody>
          <a:bodyPr rtlCol="0" anchor="t"/>
          <a:lstStyle/>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国内の通信ケーブル船需要は経済安全保障の観点から</a:t>
            </a:r>
            <a:r>
              <a:rPr kumimoji="1" lang="en-US" altLang="ja-JP"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KDDI</a:t>
            </a:r>
            <a:r>
              <a:rPr kumimoji="1" lang="ja-JP" altLang="en-US"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グループや</a:t>
            </a:r>
            <a:r>
              <a:rPr kumimoji="1" lang="en-US" altLang="ja-JP"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NEC</a:t>
            </a:r>
            <a:r>
              <a:rPr kumimoji="1" lang="ja-JP" altLang="en-US"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を潜在顧客・パートナーとして拡大の余地があり、電力ケーブル船は今後浮体式洋上風力発電の市場が拡大</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に伴い</a:t>
            </a:r>
            <a:r>
              <a:rPr kumimoji="1" lang="ja-JP" altLang="en-US"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rPr>
              <a:t>需要も拡大する。「しらせ」後継は商船三井の砕氷船の知見が活きる分野でもあり官公庁との関係強化が期待できる。</a:t>
            </a:r>
            <a:endParaRPr kumimoji="1" lang="en-US" altLang="ja-JP"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またアジア域の国際海底ケーブルの集積地であるシンガポールや海底電力ケーブル産業発展が先行する欧州域を中心に、世界のケーブル船需要を当社事業機会とすべく本社・</a:t>
            </a: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rPr>
              <a:t>MOLMAT</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・地域組織が連携し、営業活動を展開する。</a:t>
            </a:r>
            <a:endPar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当社グループとして長年にわたり</a:t>
            </a: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rPr>
              <a:t>KCS</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とのパートナーシップ関係を築いており、通信ケーブル船の運航・船舶管理に係わる知見が</a:t>
            </a: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rPr>
              <a:t>MOLMAT</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に蓄積されてきた。当社が通信・電力ケーブル船事業に取り組むにあたっては</a:t>
            </a: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rPr>
              <a:t>KCS</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のケーブル工事エンジニアリングに関する知見・リソースや</a:t>
            </a: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rPr>
              <a:t>MOLMAT</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の知見が必要不可欠であり、</a:t>
            </a: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rPr>
              <a:t>KCS</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との多面的な協力体制の構築を含め、関係部で連携し取り組む。</a:t>
            </a:r>
            <a:endPar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洋上風力、オフショア石油・ガスで先行する欧州市場での作業船保有・運航を通じて収益を確保するととも</a:t>
            </a:r>
            <a:r>
              <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rPr>
              <a:t>APAC</a:t>
            </a:r>
            <a:r>
              <a:rPr kumimoji="1" lang="ja-JP" altLang="en-US" sz="1100" dirty="0">
                <a:solidFill>
                  <a:schemeClr val="tx1">
                    <a:lumMod val="50000"/>
                  </a:schemeClr>
                </a:solidFill>
                <a:latin typeface="游ゴシック" panose="020B0400000000000000" pitchFamily="50" charset="-128"/>
                <a:ea typeface="游ゴシック" panose="020B0400000000000000" pitchFamily="50" charset="-128"/>
                <a:cs typeface="+mn-cs"/>
              </a:rPr>
              <a:t>市場への展開を図る</a:t>
            </a:r>
            <a:endPar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dirty="0">
              <a:solidFill>
                <a:schemeClr val="tx1">
                  <a:lumMod val="50000"/>
                </a:schemeClr>
              </a:solidFill>
              <a:latin typeface="游ゴシック" panose="020B0400000000000000" pitchFamily="50" charset="-128"/>
              <a:ea typeface="游ゴシック" panose="020B0400000000000000" pitchFamily="50" charset="-128"/>
              <a:cs typeface="+mn-cs"/>
            </a:endParaRPr>
          </a:p>
          <a:p>
            <a:pPr marL="171450" marR="0" lvl="0" indent="-171450" algn="l"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100" b="0" i="0" u="none" strike="noStrike" kern="0" cap="none" spc="0" normalizeH="0" baseline="0" noProof="0" dirty="0">
              <a:ln>
                <a:noFill/>
              </a:ln>
              <a:solidFill>
                <a:schemeClr val="tx1">
                  <a:lumMod val="50000"/>
                </a:schemeClr>
              </a:solidFill>
              <a:effectLst/>
              <a:uLnTx/>
              <a:uFillTx/>
              <a:latin typeface="游ゴシック" panose="020B0400000000000000" pitchFamily="50" charset="-128"/>
              <a:ea typeface="游ゴシック" panose="020B0400000000000000" pitchFamily="50" charset="-128"/>
              <a:cs typeface="+mn-cs"/>
            </a:endParaRPr>
          </a:p>
        </p:txBody>
      </p:sp>
      <p:sp>
        <p:nvSpPr>
          <p:cNvPr id="7" name="正方形/長方形 6">
            <a:extLst>
              <a:ext uri="{FF2B5EF4-FFF2-40B4-BE49-F238E27FC236}">
                <a16:creationId xmlns:a16="http://schemas.microsoft.com/office/drawing/2014/main" id="{8750453A-8C4D-3A1F-AA08-001CFE2197B6}"/>
              </a:ext>
            </a:extLst>
          </p:cNvPr>
          <p:cNvSpPr/>
          <p:nvPr/>
        </p:nvSpPr>
        <p:spPr>
          <a:xfrm rot="16200000">
            <a:off x="3408787" y="46791"/>
            <a:ext cx="276635" cy="5652000"/>
          </a:xfrm>
          <a:prstGeom prst="rect">
            <a:avLst/>
          </a:prstGeom>
          <a:solidFill>
            <a:sysClr val="window" lastClr="FFFFFF">
              <a:lumMod val="85000"/>
            </a:sysClr>
          </a:solidFill>
          <a:ln w="19050" cap="flat" cmpd="sng" algn="ctr">
            <a:solidFill>
              <a:srgbClr val="44546A"/>
            </a:solidFill>
            <a:prstDash val="solid"/>
          </a:ln>
          <a:effectLst/>
        </p:spPr>
        <p:txBody>
          <a:bodyPr vert="eaVert" rtlCol="0" anchor="ct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ja-JP" altLang="en-US" sz="1400" b="1" i="0" u="none" strike="noStrike" kern="0" cap="none" spc="0" normalizeH="0" baseline="0" noProof="0" dirty="0">
                <a:ln>
                  <a:noFill/>
                </a:ln>
                <a:solidFill>
                  <a:prstClr val="black"/>
                </a:solidFill>
                <a:effectLst/>
                <a:uLnTx/>
                <a:uFillTx/>
                <a:latin typeface="游ゴシック" panose="020B0400000000000000" pitchFamily="50" charset="-128"/>
                <a:ea typeface="游ゴシック" panose="020B0400000000000000" pitchFamily="50" charset="-128"/>
                <a:cs typeface="+mn-cs"/>
              </a:rPr>
              <a:t>競争力強化（ノウハウ・リソースの共有、新規市場・顧客層の開拓）</a:t>
            </a:r>
          </a:p>
        </p:txBody>
      </p:sp>
      <p:sp>
        <p:nvSpPr>
          <p:cNvPr id="12" name="タイトル 2">
            <a:extLst>
              <a:ext uri="{FF2B5EF4-FFF2-40B4-BE49-F238E27FC236}">
                <a16:creationId xmlns:a16="http://schemas.microsoft.com/office/drawing/2014/main" id="{E92B7B29-8513-423C-6076-E4B32611243B}"/>
              </a:ext>
            </a:extLst>
          </p:cNvPr>
          <p:cNvSpPr txBox="1">
            <a:spLocks/>
          </p:cNvSpPr>
          <p:nvPr/>
        </p:nvSpPr>
        <p:spPr>
          <a:xfrm>
            <a:off x="877858" y="569881"/>
            <a:ext cx="10969882" cy="335771"/>
          </a:xfrm>
          <a:prstGeom prst="rect">
            <a:avLst/>
          </a:prstGeom>
        </p:spPr>
        <p:txBody>
          <a:bodyPr vert="horz" wrap="square" lIns="0" tIns="0" rIns="0" bIns="0" anchor="ctr">
            <a:noAutofit/>
          </a:bodyPr>
          <a:lstStyle>
            <a:lvl1pPr eaLnBrk="1" hangingPunct="1">
              <a:defRPr kumimoji="1" sz="2100" b="1" i="0" cap="none" spc="0" baseline="0">
                <a:solidFill>
                  <a:srgbClr val="005295"/>
                </a:solidFill>
                <a:latin typeface="Segoe UI" panose="020B0502040204020203" pitchFamily="34" charset="0"/>
                <a:ea typeface="Meiryo UI" panose="020B0604030504040204" pitchFamily="34" charset="-128"/>
                <a:cs typeface="YuGothicStd-L"/>
              </a:defRPr>
            </a:lvl1pPr>
          </a:lstStyle>
          <a:p>
            <a:pPr lvl="0" algn="r">
              <a:defRPr/>
            </a:pPr>
            <a:r>
              <a:rPr lang="ja-JP" altLang="en-US" sz="1400" dirty="0">
                <a:solidFill>
                  <a:schemeClr val="tx1"/>
                </a:solidFill>
                <a:latin typeface="游ゴシック" panose="020B0400000000000000" pitchFamily="50" charset="-128"/>
                <a:ea typeface="游ゴシック" panose="020B0400000000000000" pitchFamily="50" charset="-128"/>
              </a:rPr>
              <a:t>担当執行役員：杉山</a:t>
            </a:r>
            <a:r>
              <a:rPr lang="en-US" altLang="ja-JP" sz="1400" dirty="0">
                <a:solidFill>
                  <a:schemeClr val="tx1"/>
                </a:solidFill>
                <a:latin typeface="游ゴシック" panose="020B0400000000000000" pitchFamily="50" charset="-128"/>
                <a:ea typeface="游ゴシック" panose="020B0400000000000000" pitchFamily="50" charset="-128"/>
              </a:rPr>
              <a:t>MEO</a:t>
            </a:r>
            <a:r>
              <a:rPr lang="ja-JP" altLang="en-US" sz="1400" dirty="0">
                <a:solidFill>
                  <a:schemeClr val="tx1"/>
                </a:solidFill>
                <a:latin typeface="游ゴシック" panose="020B0400000000000000" pitchFamily="50" charset="-128"/>
                <a:ea typeface="游ゴシック" panose="020B0400000000000000" pitchFamily="50" charset="-128"/>
              </a:rPr>
              <a:t>、菊地</a:t>
            </a:r>
            <a:r>
              <a:rPr lang="en-US" altLang="ja-JP" sz="1400" dirty="0">
                <a:solidFill>
                  <a:schemeClr val="tx1"/>
                </a:solidFill>
                <a:latin typeface="游ゴシック" panose="020B0400000000000000" pitchFamily="50" charset="-128"/>
                <a:ea typeface="游ゴシック" panose="020B0400000000000000" pitchFamily="50" charset="-128"/>
              </a:rPr>
              <a:t>GEO</a:t>
            </a:r>
            <a:endParaRPr lang="ja-JP" altLang="en-US" sz="14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6265162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OL Standard Format (E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OL 2023">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kumimoji="1" dirty="0" smtClean="0">
            <a:latin typeface="+mn-lt"/>
            <a:ea typeface="+mn-ea"/>
          </a:defRPr>
        </a:defPPr>
      </a:lstStyle>
    </a:txDef>
  </a:objectDefaults>
  <a:extraClrSchemeLst/>
</a:theme>
</file>

<file path=ppt/theme/theme2.xml><?xml version="1.0" encoding="utf-8"?>
<a:theme xmlns:a="http://schemas.openxmlformats.org/drawingml/2006/main" name="テーマ1">
  <a:themeElements>
    <a:clrScheme name="MOL_Color">
      <a:dk1>
        <a:srgbClr val="59595D"/>
      </a:dk1>
      <a:lt1>
        <a:srgbClr val="FFFFFF"/>
      </a:lt1>
      <a:dk2>
        <a:srgbClr val="0053A6"/>
      </a:dk2>
      <a:lt2>
        <a:srgbClr val="FFFFFF"/>
      </a:lt2>
      <a:accent1>
        <a:srgbClr val="005396"/>
      </a:accent1>
      <a:accent2>
        <a:srgbClr val="00A0DC"/>
      </a:accent2>
      <a:accent3>
        <a:srgbClr val="00A69A"/>
      </a:accent3>
      <a:accent4>
        <a:srgbClr val="51A120"/>
      </a:accent4>
      <a:accent5>
        <a:srgbClr val="ACC60E"/>
      </a:accent5>
      <a:accent6>
        <a:srgbClr val="F3901E"/>
      </a:accent6>
      <a:hlink>
        <a:srgbClr val="0000FF"/>
      </a:hlink>
      <a:folHlink>
        <a:srgbClr val="800080"/>
      </a:folHlink>
    </a:clrScheme>
    <a:fontScheme name="MOL 2023">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9050">
          <a:solidFill>
            <a:schemeClr val="accent1"/>
          </a:solidFill>
        </a:ln>
      </a:spPr>
      <a:bodyPr rtlCol="0" anchor="t"/>
      <a:lstStyle>
        <a:defPPr algn="l">
          <a:defRPr kumimoji="1" sz="16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1400" dirty="0" smtClean="0">
            <a:solidFill>
              <a:schemeClr val="tx1"/>
            </a:solidFill>
            <a:latin typeface="+mn-lt"/>
            <a:ea typeface="+mn-ea"/>
          </a:defRPr>
        </a:defPPr>
      </a:lstStyle>
    </a:txDef>
  </a:objectDefaults>
  <a:extraClrSchemeLst/>
  <a:extLst>
    <a:ext uri="{05A4C25C-085E-4340-85A3-A5531E510DB2}">
      <thm15:themeFamily xmlns:thm15="http://schemas.microsoft.com/office/thememl/2012/main" name="テーマ1" id="{69D60C5B-DD6C-4062-A858-B87366520830}" vid="{8AFE8B4D-799D-4949-A464-7E841EC05C2C}"/>
    </a:ext>
  </a:extLst>
</a:theme>
</file>

<file path=ppt/theme/theme3.xml><?xml version="1.0" encoding="utf-8"?>
<a:theme xmlns:a="http://schemas.openxmlformats.org/drawingml/2006/main" name="1_MOL Standard Format (En)">
  <a:themeElements>
    <a:clrScheme name="MOL-Color-230203">
      <a:dk1>
        <a:srgbClr val="59595D"/>
      </a:dk1>
      <a:lt1>
        <a:srgbClr val="FFFFFF"/>
      </a:lt1>
      <a:dk2>
        <a:srgbClr val="0053A6"/>
      </a:dk2>
      <a:lt2>
        <a:srgbClr val="FFFFFF"/>
      </a:lt2>
      <a:accent1>
        <a:srgbClr val="005396"/>
      </a:accent1>
      <a:accent2>
        <a:srgbClr val="00A0DC"/>
      </a:accent2>
      <a:accent3>
        <a:srgbClr val="00A69A"/>
      </a:accent3>
      <a:accent4>
        <a:srgbClr val="51A13E"/>
      </a:accent4>
      <a:accent5>
        <a:srgbClr val="B3AA00"/>
      </a:accent5>
      <a:accent6>
        <a:srgbClr val="E67D46"/>
      </a:accent6>
      <a:hlink>
        <a:srgbClr val="0000FF"/>
      </a:hlink>
      <a:folHlink>
        <a:srgbClr val="800080"/>
      </a:folHlink>
    </a:clrScheme>
    <a:fontScheme name="MOL 2023">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kumimoji="1" sz="1600" dirty="0" smtClean="0">
            <a:solidFill>
              <a:schemeClr val="tx1"/>
            </a:solidFill>
            <a:latin typeface="+mn-lt"/>
            <a:ea typeface="+mn-ea"/>
          </a:defRPr>
        </a:defPPr>
      </a:lstStyle>
    </a:txDef>
  </a:objectDefaults>
  <a:extraClrSchemeLst/>
</a:theme>
</file>

<file path=ppt/theme/theme4.xml><?xml version="1.0" encoding="utf-8"?>
<a:theme xmlns:a="http://schemas.openxmlformats.org/drawingml/2006/main" name="1_テーマ1">
  <a:themeElements>
    <a:clrScheme name="MOL_Color">
      <a:dk1>
        <a:srgbClr val="59595D"/>
      </a:dk1>
      <a:lt1>
        <a:srgbClr val="FFFFFF"/>
      </a:lt1>
      <a:dk2>
        <a:srgbClr val="0053A6"/>
      </a:dk2>
      <a:lt2>
        <a:srgbClr val="FFFFFF"/>
      </a:lt2>
      <a:accent1>
        <a:srgbClr val="005396"/>
      </a:accent1>
      <a:accent2>
        <a:srgbClr val="00A0DC"/>
      </a:accent2>
      <a:accent3>
        <a:srgbClr val="00A69A"/>
      </a:accent3>
      <a:accent4>
        <a:srgbClr val="51A120"/>
      </a:accent4>
      <a:accent5>
        <a:srgbClr val="ACC60E"/>
      </a:accent5>
      <a:accent6>
        <a:srgbClr val="F3901E"/>
      </a:accent6>
      <a:hlink>
        <a:srgbClr val="0000FF"/>
      </a:hlink>
      <a:folHlink>
        <a:srgbClr val="800080"/>
      </a:folHlink>
    </a:clrScheme>
    <a:fontScheme name="MOL 2023">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noAutofit/>
      </a:bodyPr>
      <a:lstStyle>
        <a:defPPr algn="l">
          <a:defRPr kumimoji="1" dirty="0" smtClean="0">
            <a:solidFill>
              <a:schemeClr val="tx1"/>
            </a:solidFill>
            <a:latin typeface="+mn-lt"/>
            <a:ea typeface="+mn-ea"/>
          </a:defRPr>
        </a:defPPr>
      </a:lstStyle>
    </a:txDef>
  </a:objectDefaults>
  <a:extraClrSchemeLst/>
  <a:extLst>
    <a:ext uri="{05A4C25C-085E-4340-85A3-A5531E510DB2}">
      <thm15:themeFamily xmlns:thm15="http://schemas.microsoft.com/office/thememl/2012/main" name="テーマ1" id="{4BF102FC-03F2-4A2F-8B75-94BFCD2EC13A}" vid="{0861FB04-7C87-482A-A458-99BDB15AE407}"/>
    </a:ext>
  </a:extLst>
</a:theme>
</file>

<file path=ppt/theme/theme5.xml><?xml version="1.0" encoding="utf-8"?>
<a:theme xmlns:a="http://schemas.openxmlformats.org/drawingml/2006/main" name="MOLテンプレ">
  <a:themeElements>
    <a:clrScheme name="MOL_Color">
      <a:dk1>
        <a:srgbClr val="59595D"/>
      </a:dk1>
      <a:lt1>
        <a:srgbClr val="FFFFFF"/>
      </a:lt1>
      <a:dk2>
        <a:srgbClr val="0053A6"/>
      </a:dk2>
      <a:lt2>
        <a:srgbClr val="FFFFFF"/>
      </a:lt2>
      <a:accent1>
        <a:srgbClr val="005396"/>
      </a:accent1>
      <a:accent2>
        <a:srgbClr val="00A0DC"/>
      </a:accent2>
      <a:accent3>
        <a:srgbClr val="00A69A"/>
      </a:accent3>
      <a:accent4>
        <a:srgbClr val="51A120"/>
      </a:accent4>
      <a:accent5>
        <a:srgbClr val="ACC60E"/>
      </a:accent5>
      <a:accent6>
        <a:srgbClr val="F3901E"/>
      </a:accent6>
      <a:hlink>
        <a:srgbClr val="0000FF"/>
      </a:hlink>
      <a:folHlink>
        <a:srgbClr val="800080"/>
      </a:folHlink>
    </a:clrScheme>
    <a:fontScheme name="MOL 2023">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kumimoji="1" dirty="0" smtClean="0">
            <a:latin typeface="+mn-lt"/>
            <a:ea typeface="+mn-ea"/>
          </a:defRPr>
        </a:defPPr>
      </a:lstStyle>
    </a:txDef>
  </a:objectDefaults>
  <a:extraClrSchemeLst/>
  <a:extLst>
    <a:ext uri="{05A4C25C-085E-4340-85A3-A5531E510DB2}">
      <thm15:themeFamily xmlns:thm15="http://schemas.microsoft.com/office/thememl/2012/main" name="MOLテンプレ" id="{A890708D-6758-4810-81D3-5D35E2092757}" vid="{55B291B1-4AF3-4956-B3ED-738293B134A3}"/>
    </a:ext>
  </a:extLst>
</a:theme>
</file>

<file path=ppt/theme/theme6.xml><?xml version="1.0" encoding="utf-8"?>
<a:theme xmlns:a="http://schemas.openxmlformats.org/drawingml/2006/main" name="1_MOLテンプレ">
  <a:themeElements>
    <a:clrScheme name="MOL_Color">
      <a:dk1>
        <a:srgbClr val="59595D"/>
      </a:dk1>
      <a:lt1>
        <a:srgbClr val="FFFFFF"/>
      </a:lt1>
      <a:dk2>
        <a:srgbClr val="0053A6"/>
      </a:dk2>
      <a:lt2>
        <a:srgbClr val="FFFFFF"/>
      </a:lt2>
      <a:accent1>
        <a:srgbClr val="005396"/>
      </a:accent1>
      <a:accent2>
        <a:srgbClr val="00A0DC"/>
      </a:accent2>
      <a:accent3>
        <a:srgbClr val="00A69A"/>
      </a:accent3>
      <a:accent4>
        <a:srgbClr val="51A120"/>
      </a:accent4>
      <a:accent5>
        <a:srgbClr val="ACC60E"/>
      </a:accent5>
      <a:accent6>
        <a:srgbClr val="F3901E"/>
      </a:accent6>
      <a:hlink>
        <a:srgbClr val="0000FF"/>
      </a:hlink>
      <a:folHlink>
        <a:srgbClr val="800080"/>
      </a:folHlink>
    </a:clrScheme>
    <a:fontScheme name="MOL 2023">
      <a:majorFont>
        <a:latin typeface="Segoe UI"/>
        <a:ea typeface="Meiryo UI"/>
        <a:cs typeface=""/>
      </a:majorFont>
      <a:minorFont>
        <a:latin typeface="Segoe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kumimoji="1" dirty="0" smtClean="0">
            <a:latin typeface="+mn-lt"/>
            <a:ea typeface="+mn-ea"/>
          </a:defRPr>
        </a:defPPr>
      </a:lstStyle>
    </a:txDef>
  </a:objectDefaults>
  <a:extraClrSchemeLst/>
  <a:extLst>
    <a:ext uri="{05A4C25C-085E-4340-85A3-A5531E510DB2}">
      <thm15:themeFamily xmlns:thm15="http://schemas.microsoft.com/office/thememl/2012/main" name="MOLテンプレ" id="{A890708D-6758-4810-81D3-5D35E2092757}" vid="{55B291B1-4AF3-4956-B3ED-738293B134A3}"/>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55de974-5aed-4b33-be51-4fc250a4cd4c">
      <Terms xmlns="http://schemas.microsoft.com/office/infopath/2007/PartnerControls"/>
    </lcf76f155ced4ddcb4097134ff3c332f>
    <TaxCatchAll xmlns="1a7a8038-1a7d-4502-bc5e-4b09bfba788a" xsi:nil="true"/>
    <_ip_UnifiedCompliancePolicyUIAction xmlns="http://schemas.microsoft.com/sharepoint/v3" xsi:nil="true"/>
    <_x5206__x985e_ xmlns="655de974-5aed-4b33-be51-4fc250a4cd4c"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643B1FF45E987449200C9A93BE36D89" ma:contentTypeVersion="" ma:contentTypeDescription="Create a new document." ma:contentTypeScope="" ma:versionID="211b65ed89c75d1c932853bd3dd15adf">
  <xsd:schema xmlns:xsd="http://www.w3.org/2001/XMLSchema" xmlns:xs="http://www.w3.org/2001/XMLSchema" xmlns:p="http://schemas.microsoft.com/office/2006/metadata/properties" xmlns:ns1="http://schemas.microsoft.com/sharepoint/v3" xmlns:ns2="84fafc94-21f0-4241-94e0-bb04b5fae391" xmlns:ns3="655de974-5aed-4b33-be51-4fc250a4cd4c" xmlns:ns4="1a7a8038-1a7d-4502-bc5e-4b09bfba788a" targetNamespace="http://schemas.microsoft.com/office/2006/metadata/properties" ma:root="true" ma:fieldsID="4d621a04a6a558e6b1673b87c163737f" ns1:_="" ns2:_="" ns3:_="" ns4:_="">
    <xsd:import namespace="http://schemas.microsoft.com/sharepoint/v3"/>
    <xsd:import namespace="84fafc94-21f0-4241-94e0-bb04b5fae391"/>
    <xsd:import namespace="655de974-5aed-4b33-be51-4fc250a4cd4c"/>
    <xsd:import namespace="1a7a8038-1a7d-4502-bc5e-4b09bfba788a"/>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1:_ip_UnifiedCompliancePolicyProperties" minOccurs="0"/>
                <xsd:element ref="ns1:_ip_UnifiedCompliancePolicyUIAction" minOccurs="0"/>
                <xsd:element ref="ns3:MediaServiceOCR" minOccurs="0"/>
                <xsd:element ref="ns3:_x5206__x985e_" minOccurs="0"/>
                <xsd:element ref="ns3:MediaServiceEventHashCode" minOccurs="0"/>
                <xsd:element ref="ns3:MediaServiceGenerationTime" minOccurs="0"/>
                <xsd:element ref="ns3:MediaServiceAutoKeyPoints" minOccurs="0"/>
                <xsd:element ref="ns3:MediaServiceKeyPoints" minOccurs="0"/>
                <xsd:element ref="ns3:MediaLengthInSeconds" minOccurs="0"/>
                <xsd:element ref="ns3:lcf76f155ced4ddcb4097134ff3c332f" minOccurs="0"/>
                <xsd:element ref="ns4:TaxCatchAll"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description="" ma:hidden="true" ma:internalName="_ip_UnifiedCompliancePolicyProperties">
      <xsd:simpleType>
        <xsd:restriction base="dms:Note"/>
      </xsd:simpleType>
    </xsd:element>
    <xsd:element name="_ip_UnifiedCompliancePolicyUIAction" ma:index="16" nillable="true" ma:displayName="Unified Compliance Policy UI Action" ma:descrip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4fafc94-21f0-4241-94e0-bb04b5fae39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55de974-5aed-4b33-be51-4fc250a4cd4c"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7" nillable="true" ma:displayName="MediaServiceOCR" ma:internalName="MediaServiceOCR" ma:readOnly="true">
      <xsd:simpleType>
        <xsd:restriction base="dms:Note">
          <xsd:maxLength value="255"/>
        </xsd:restriction>
      </xsd:simpleType>
    </xsd:element>
    <xsd:element name="_x5206__x985e_" ma:index="18" nillable="true" ma:displayName="分類" ma:internalName="_x5206__x985e_">
      <xsd:complexType>
        <xsd:complexContent>
          <xsd:extension base="dms:MultiChoiceFillIn">
            <xsd:sequence>
              <xsd:element name="Value" maxOccurs="unbounded" minOccurs="0" nillable="true">
                <xsd:simpleType>
                  <xsd:union memberTypes="dms:Text">
                    <xsd:simpleType>
                      <xsd:restriction base="dms:Choice">
                        <xsd:enumeration value="初級"/>
                        <xsd:enumeration value="現勢"/>
                      </xsd:restriction>
                    </xsd:simpleType>
                  </xsd:union>
                </xsd:simpleType>
              </xsd:element>
            </xsd:sequence>
          </xsd:extension>
        </xsd:complexContent>
      </xsd:complex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a918cba4-e3c0-4eac-a92c-ad70031d98f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7a8038-1a7d-4502-bc5e-4b09bfba788a" elementFormDefault="qualified">
    <xsd:import namespace="http://schemas.microsoft.com/office/2006/documentManagement/types"/>
    <xsd:import namespace="http://schemas.microsoft.com/office/infopath/2007/PartnerControls"/>
    <xsd:element name="TaxCatchAll" ma:index="26" nillable="true" ma:displayName="Taxonomy Catch All Column" ma:hidden="true" ma:list="{C663C138-4202-4458-AA93-9D51C7E7A195}" ma:internalName="TaxCatchAll" ma:showField="CatchAllData" ma:web="{84fafc94-21f0-4241-94e0-bb04b5fae3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8B2B02-728C-4B93-8466-5346A87DDE8A}">
  <ds:schemaRefs>
    <ds:schemaRef ds:uri="http://schemas.microsoft.com/sharepoint/v3/contenttype/forms"/>
  </ds:schemaRefs>
</ds:datastoreItem>
</file>

<file path=customXml/itemProps2.xml><?xml version="1.0" encoding="utf-8"?>
<ds:datastoreItem xmlns:ds="http://schemas.openxmlformats.org/officeDocument/2006/customXml" ds:itemID="{DF727B3F-EAEC-4BA1-8168-BE84CAF2FEE4}">
  <ds:schemaRefs>
    <ds:schemaRef ds:uri="1a7a8038-1a7d-4502-bc5e-4b09bfba788a"/>
    <ds:schemaRef ds:uri="http://schemas.microsoft.com/office/2006/documentManagement/types"/>
    <ds:schemaRef ds:uri="655de974-5aed-4b33-be51-4fc250a4cd4c"/>
    <ds:schemaRef ds:uri="84fafc94-21f0-4241-94e0-bb04b5fae391"/>
    <ds:schemaRef ds:uri="http://schemas.microsoft.com/office/2006/metadata/properties"/>
    <ds:schemaRef ds:uri="http://purl.org/dc/elements/1.1/"/>
    <ds:schemaRef ds:uri="http://schemas.openxmlformats.org/package/2006/metadata/core-properties"/>
    <ds:schemaRef ds:uri="http://schemas.microsoft.com/office/infopath/2007/PartnerControls"/>
    <ds:schemaRef ds:uri="http://purl.org/dc/terms/"/>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F812BA7D-8C16-4ACB-A806-02311874CEE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4fafc94-21f0-4241-94e0-bb04b5fae391"/>
    <ds:schemaRef ds:uri="655de974-5aed-4b33-be51-4fc250a4cd4c"/>
    <ds:schemaRef ds:uri="1a7a8038-1a7d-4502-bc5e-4b09bfba78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13430</TotalTime>
  <Words>722</Words>
  <Application>Microsoft Office PowerPoint</Application>
  <PresentationFormat>ワイド画面</PresentationFormat>
  <Paragraphs>26</Paragraphs>
  <Slides>2</Slides>
  <Notes>0</Notes>
  <HiddenSlides>0</HiddenSlides>
  <MMClips>0</MMClips>
  <ScaleCrop>false</ScaleCrop>
  <HeadingPairs>
    <vt:vector size="8" baseType="variant">
      <vt:variant>
        <vt:lpstr>使用されているフォント</vt:lpstr>
      </vt:variant>
      <vt:variant>
        <vt:i4>8</vt:i4>
      </vt:variant>
      <vt:variant>
        <vt:lpstr>テーマ</vt:lpstr>
      </vt:variant>
      <vt:variant>
        <vt:i4>6</vt:i4>
      </vt:variant>
      <vt:variant>
        <vt:lpstr>埋め込まれた OLE サーバー</vt:lpstr>
      </vt:variant>
      <vt:variant>
        <vt:i4>2</vt:i4>
      </vt:variant>
      <vt:variant>
        <vt:lpstr>スライド タイトル</vt:lpstr>
      </vt:variant>
      <vt:variant>
        <vt:i4>2</vt:i4>
      </vt:variant>
    </vt:vector>
  </HeadingPairs>
  <TitlesOfParts>
    <vt:vector size="18" baseType="lpstr">
      <vt:lpstr>Meiryo UI</vt:lpstr>
      <vt:lpstr>YuGothicStd-L</vt:lpstr>
      <vt:lpstr>Yu Gothic</vt:lpstr>
      <vt:lpstr>Yu Gothic</vt:lpstr>
      <vt:lpstr>Yu Gothic Medium</vt:lpstr>
      <vt:lpstr>Arial</vt:lpstr>
      <vt:lpstr>Segoe UI</vt:lpstr>
      <vt:lpstr>Wingdings</vt:lpstr>
      <vt:lpstr>MOL Standard Format (En)</vt:lpstr>
      <vt:lpstr>テーマ1</vt:lpstr>
      <vt:lpstr>1_MOL Standard Format (En)</vt:lpstr>
      <vt:lpstr>1_テーマ1</vt:lpstr>
      <vt:lpstr>MOLテンプレ</vt:lpstr>
      <vt:lpstr>1_MOLテンプレ</vt:lpstr>
      <vt:lpstr>think-cellスライド</vt:lpstr>
      <vt:lpstr>think-cell スライド</vt:lpstr>
      <vt:lpstr>BA2035 Phase2 事業間協業戦略</vt:lpstr>
      <vt:lpstr>特殊船（ケーブル船、調査研究船、その他作業船）のE2Eソリューション提供モデル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MOL_経営計画2023_09_Format_PPTデータ受け渡し用_230127</dc:title>
  <dc:creator>MATSUI AYU</dc:creator>
  <cp:lastModifiedBy>KIKUCHI, Kazuhiko</cp:lastModifiedBy>
  <cp:revision>23</cp:revision>
  <cp:lastPrinted>2025-10-30T23:42:48Z</cp:lastPrinted>
  <dcterms:created xsi:type="dcterms:W3CDTF">2023-01-27T12:12:43Z</dcterms:created>
  <dcterms:modified xsi:type="dcterms:W3CDTF">2025-11-12T06:56:25Z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2023-01-27T00:00:00Z</vt:filetime>
  </property>
  <property fmtid="{D5CDD505-2E9C-101B-9397-08002B2CF9AE}" pid="3" name="Creator">
    <vt:lpwstr>Adobe Illustrator 27.2 (Macintosh)</vt:lpwstr>
  </property>
  <property fmtid="{D5CDD505-2E9C-101B-9397-08002B2CF9AE}" pid="4" name="CreatorVersion">
    <vt:lpwstr>21.0.0</vt:lpwstr>
  </property>
  <property fmtid="{D5CDD505-2E9C-101B-9397-08002B2CF9AE}" pid="5" name="LastSaved">
    <vt:filetime>2023-01-27T00:00:00Z</vt:filetime>
  </property>
  <property fmtid="{D5CDD505-2E9C-101B-9397-08002B2CF9AE}" pid="6" name="Producer">
    <vt:lpwstr>Adobe PDF library 17.00</vt:lpwstr>
  </property>
  <property fmtid="{D5CDD505-2E9C-101B-9397-08002B2CF9AE}" pid="7" name="ContentTypeId">
    <vt:lpwstr>0x0101004643B1FF45E987449200C9A93BE36D89</vt:lpwstr>
  </property>
  <property fmtid="{D5CDD505-2E9C-101B-9397-08002B2CF9AE}" pid="8" name="MediaServiceImageTags">
    <vt:lpwstr/>
  </property>
</Properties>
</file>